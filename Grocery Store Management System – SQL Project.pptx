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60" r:id="rId3"/>
    <p:sldId id="261" r:id="rId4"/>
    <p:sldId id="262" r:id="rId5"/>
    <p:sldId id="299" r:id="rId6"/>
    <p:sldId id="298" r:id="rId7"/>
    <p:sldId id="270" r:id="rId8"/>
    <p:sldId id="271" r:id="rId9"/>
    <p:sldId id="273" r:id="rId10"/>
    <p:sldId id="278" r:id="rId11"/>
    <p:sldId id="274" r:id="rId12"/>
    <p:sldId id="279" r:id="rId13"/>
    <p:sldId id="275" r:id="rId14"/>
    <p:sldId id="276" r:id="rId15"/>
    <p:sldId id="277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68" r:id="rId35"/>
    <p:sldId id="269" r:id="rId36"/>
    <p:sldId id="272" r:id="rId37"/>
    <p:sldId id="259" r:id="rId38"/>
  </p:sldIdLst>
  <p:sldSz cx="12192000" cy="6858000"/>
  <p:notesSz cx="6858000" cy="9144000"/>
  <p:embeddedFontLst>
    <p:embeddedFont>
      <p:font typeface="Lato Black" panose="020F0502020204030203" pitchFamily="34" charset="0"/>
      <p:bold r:id="rId40"/>
      <p:boldItalic r:id="rId41"/>
    </p:embeddedFont>
    <p:embeddedFont>
      <p:font typeface="Libre Baskerville" panose="02000000000000000000" pitchFamily="2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6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AFDFAD-6A57-4A4A-9527-E4E7E4741C4E}" v="232" dt="2026-03-15T04:19:56.6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re Anil kumar" userId="2ffb0b0ed73aafd1" providerId="LiveId" clId="{AC2599C3-8067-4B2E-9898-0C93BDFA470B}"/>
    <pc:docChg chg="undo custSel addSld delSld modSld">
      <pc:chgData name="karre Anil kumar" userId="2ffb0b0ed73aafd1" providerId="LiveId" clId="{AC2599C3-8067-4B2E-9898-0C93BDFA470B}" dt="2026-03-15T04:19:56.607" v="1358"/>
      <pc:docMkLst>
        <pc:docMk/>
      </pc:docMkLst>
      <pc:sldChg chg="addSp modSp mod">
        <pc:chgData name="karre Anil kumar" userId="2ffb0b0ed73aafd1" providerId="LiveId" clId="{AC2599C3-8067-4B2E-9898-0C93BDFA470B}" dt="2026-03-14T06:30:20.060" v="1356" actId="1076"/>
        <pc:sldMkLst>
          <pc:docMk/>
          <pc:sldMk cId="0" sldId="256"/>
        </pc:sldMkLst>
        <pc:spChg chg="mod">
          <ac:chgData name="karre Anil kumar" userId="2ffb0b0ed73aafd1" providerId="LiveId" clId="{AC2599C3-8067-4B2E-9898-0C93BDFA470B}" dt="2026-03-14T06:30:20.060" v="1356" actId="1076"/>
          <ac:spMkLst>
            <pc:docMk/>
            <pc:sldMk cId="0" sldId="256"/>
            <ac:spMk id="3" creationId="{8EE11F25-0B06-CCD7-7C47-6C69CABA9F2E}"/>
          </ac:spMkLst>
        </pc:spChg>
        <pc:picChg chg="add mod">
          <ac:chgData name="karre Anil kumar" userId="2ffb0b0ed73aafd1" providerId="LiveId" clId="{AC2599C3-8067-4B2E-9898-0C93BDFA470B}" dt="2026-03-14T06:30:06.380" v="1354" actId="1076"/>
          <ac:picMkLst>
            <pc:docMk/>
            <pc:sldMk cId="0" sldId="256"/>
            <ac:picMk id="4" creationId="{33A88587-4C21-539F-7BC8-BC917A28F7E7}"/>
          </ac:picMkLst>
        </pc:picChg>
      </pc:sldChg>
      <pc:sldChg chg="modSp mod">
        <pc:chgData name="karre Anil kumar" userId="2ffb0b0ed73aafd1" providerId="LiveId" clId="{AC2599C3-8067-4B2E-9898-0C93BDFA470B}" dt="2026-03-15T04:19:56.607" v="1358"/>
        <pc:sldMkLst>
          <pc:docMk/>
          <pc:sldMk cId="0" sldId="260"/>
        </pc:sldMkLst>
        <pc:spChg chg="mod">
          <ac:chgData name="karre Anil kumar" userId="2ffb0b0ed73aafd1" providerId="LiveId" clId="{AC2599C3-8067-4B2E-9898-0C93BDFA470B}" dt="2026-03-15T04:19:56.607" v="1358"/>
          <ac:spMkLst>
            <pc:docMk/>
            <pc:sldMk cId="0" sldId="260"/>
            <ac:spMk id="104" creationId="{00000000-0000-0000-0000-000000000000}"/>
          </ac:spMkLst>
        </pc:spChg>
        <pc:spChg chg="mod">
          <ac:chgData name="karre Anil kumar" userId="2ffb0b0ed73aafd1" providerId="LiveId" clId="{AC2599C3-8067-4B2E-9898-0C93BDFA470B}" dt="2026-03-12T13:05:58.875" v="173" actId="1076"/>
          <ac:spMkLst>
            <pc:docMk/>
            <pc:sldMk cId="0" sldId="260"/>
            <ac:spMk id="105" creationId="{00000000-0000-0000-0000-000000000000}"/>
          </ac:spMkLst>
        </pc:spChg>
      </pc:sldChg>
      <pc:sldChg chg="modSp mod">
        <pc:chgData name="karre Anil kumar" userId="2ffb0b0ed73aafd1" providerId="LiveId" clId="{AC2599C3-8067-4B2E-9898-0C93BDFA470B}" dt="2026-03-11T14:49:02.409" v="165" actId="2710"/>
        <pc:sldMkLst>
          <pc:docMk/>
          <pc:sldMk cId="1463877313" sldId="261"/>
        </pc:sldMkLst>
        <pc:spChg chg="mod">
          <ac:chgData name="karre Anil kumar" userId="2ffb0b0ed73aafd1" providerId="LiveId" clId="{AC2599C3-8067-4B2E-9898-0C93BDFA470B}" dt="2026-03-11T14:48:29.691" v="161" actId="255"/>
          <ac:spMkLst>
            <pc:docMk/>
            <pc:sldMk cId="1463877313" sldId="261"/>
            <ac:spMk id="4" creationId="{79241DE9-45EE-1D32-81E2-1FC0D39FD834}"/>
          </ac:spMkLst>
        </pc:spChg>
        <pc:spChg chg="mod">
          <ac:chgData name="karre Anil kumar" userId="2ffb0b0ed73aafd1" providerId="LiveId" clId="{AC2599C3-8067-4B2E-9898-0C93BDFA470B}" dt="2026-03-11T14:48:45.810" v="163" actId="255"/>
          <ac:spMkLst>
            <pc:docMk/>
            <pc:sldMk cId="1463877313" sldId="261"/>
            <ac:spMk id="5" creationId="{C7639583-57A5-ECF3-3752-E3852BBB0431}"/>
          </ac:spMkLst>
        </pc:spChg>
        <pc:spChg chg="mod">
          <ac:chgData name="karre Anil kumar" userId="2ffb0b0ed73aafd1" providerId="LiveId" clId="{AC2599C3-8067-4B2E-9898-0C93BDFA470B}" dt="2026-03-11T14:49:02.409" v="165" actId="2710"/>
          <ac:spMkLst>
            <pc:docMk/>
            <pc:sldMk cId="1463877313" sldId="261"/>
            <ac:spMk id="6" creationId="{F9B52C1A-B2DD-A0F5-D816-E2AFAD5B7388}"/>
          </ac:spMkLst>
        </pc:spChg>
      </pc:sldChg>
      <pc:sldChg chg="modSp mod">
        <pc:chgData name="karre Anil kumar" userId="2ffb0b0ed73aafd1" providerId="LiveId" clId="{AC2599C3-8067-4B2E-9898-0C93BDFA470B}" dt="2026-03-11T14:49:21.067" v="166" actId="2710"/>
        <pc:sldMkLst>
          <pc:docMk/>
          <pc:sldMk cId="3638057373" sldId="262"/>
        </pc:sldMkLst>
        <pc:spChg chg="mod">
          <ac:chgData name="karre Anil kumar" userId="2ffb0b0ed73aafd1" providerId="LiveId" clId="{AC2599C3-8067-4B2E-9898-0C93BDFA470B}" dt="2026-03-11T14:49:21.067" v="166" actId="2710"/>
          <ac:spMkLst>
            <pc:docMk/>
            <pc:sldMk cId="3638057373" sldId="262"/>
            <ac:spMk id="3" creationId="{DC41B873-F5A6-C702-57DE-C8C45AB72413}"/>
          </ac:spMkLst>
        </pc:spChg>
      </pc:sldChg>
      <pc:sldChg chg="modSp mod">
        <pc:chgData name="karre Anil kumar" userId="2ffb0b0ed73aafd1" providerId="LiveId" clId="{AC2599C3-8067-4B2E-9898-0C93BDFA470B}" dt="2026-03-14T03:34:10.405" v="1226" actId="20577"/>
        <pc:sldMkLst>
          <pc:docMk/>
          <pc:sldMk cId="2560732129" sldId="268"/>
        </pc:sldMkLst>
        <pc:spChg chg="mod">
          <ac:chgData name="karre Anil kumar" userId="2ffb0b0ed73aafd1" providerId="LiveId" clId="{AC2599C3-8067-4B2E-9898-0C93BDFA470B}" dt="2026-03-11T14:47:10.177" v="156" actId="1076"/>
          <ac:spMkLst>
            <pc:docMk/>
            <pc:sldMk cId="2560732129" sldId="268"/>
            <ac:spMk id="2" creationId="{DBC3ECAD-5F28-2F42-1B47-755C9DDD45D2}"/>
          </ac:spMkLst>
        </pc:spChg>
        <pc:spChg chg="mod">
          <ac:chgData name="karre Anil kumar" userId="2ffb0b0ed73aafd1" providerId="LiveId" clId="{AC2599C3-8067-4B2E-9898-0C93BDFA470B}" dt="2026-03-14T03:34:10.405" v="1226" actId="20577"/>
          <ac:spMkLst>
            <pc:docMk/>
            <pc:sldMk cId="2560732129" sldId="268"/>
            <ac:spMk id="3" creationId="{C8350811-700B-065A-42B5-F0FBEAB5F767}"/>
          </ac:spMkLst>
        </pc:spChg>
      </pc:sldChg>
      <pc:sldChg chg="modSp mod">
        <pc:chgData name="karre Anil kumar" userId="2ffb0b0ed73aafd1" providerId="LiveId" clId="{AC2599C3-8067-4B2E-9898-0C93BDFA470B}" dt="2026-03-11T14:46:52.816" v="155" actId="1076"/>
        <pc:sldMkLst>
          <pc:docMk/>
          <pc:sldMk cId="178325611" sldId="269"/>
        </pc:sldMkLst>
        <pc:spChg chg="mod">
          <ac:chgData name="karre Anil kumar" userId="2ffb0b0ed73aafd1" providerId="LiveId" clId="{AC2599C3-8067-4B2E-9898-0C93BDFA470B}" dt="2026-03-11T14:46:41.137" v="154" actId="1076"/>
          <ac:spMkLst>
            <pc:docMk/>
            <pc:sldMk cId="178325611" sldId="269"/>
            <ac:spMk id="3" creationId="{41A2B8E6-A100-26D1-5EAD-FB25747E8489}"/>
          </ac:spMkLst>
        </pc:spChg>
        <pc:spChg chg="mod">
          <ac:chgData name="karre Anil kumar" userId="2ffb0b0ed73aafd1" providerId="LiveId" clId="{AC2599C3-8067-4B2E-9898-0C93BDFA470B}" dt="2026-03-11T14:46:52.816" v="155" actId="1076"/>
          <ac:spMkLst>
            <pc:docMk/>
            <pc:sldMk cId="178325611" sldId="269"/>
            <ac:spMk id="9" creationId="{A49FE96B-9029-A30A-46A6-E26D03BA6738}"/>
          </ac:spMkLst>
        </pc:spChg>
      </pc:sldChg>
      <pc:sldChg chg="modSp mod">
        <pc:chgData name="karre Anil kumar" userId="2ffb0b0ed73aafd1" providerId="LiveId" clId="{AC2599C3-8067-4B2E-9898-0C93BDFA470B}" dt="2026-03-11T14:50:08.925" v="169" actId="255"/>
        <pc:sldMkLst>
          <pc:docMk/>
          <pc:sldMk cId="4162700298" sldId="270"/>
        </pc:sldMkLst>
        <pc:spChg chg="mod">
          <ac:chgData name="karre Anil kumar" userId="2ffb0b0ed73aafd1" providerId="LiveId" clId="{AC2599C3-8067-4B2E-9898-0C93BDFA470B}" dt="2026-03-11T14:50:08.925" v="169" actId="255"/>
          <ac:spMkLst>
            <pc:docMk/>
            <pc:sldMk cId="4162700298" sldId="270"/>
            <ac:spMk id="3" creationId="{1F13EFB1-BA7C-8BFD-5400-6D115755E0D2}"/>
          </ac:spMkLst>
        </pc:spChg>
      </pc:sldChg>
      <pc:sldChg chg="modSp mod">
        <pc:chgData name="karre Anil kumar" userId="2ffb0b0ed73aafd1" providerId="LiveId" clId="{AC2599C3-8067-4B2E-9898-0C93BDFA470B}" dt="2026-03-11T14:39:38.494" v="113" actId="12"/>
        <pc:sldMkLst>
          <pc:docMk/>
          <pc:sldMk cId="180831594" sldId="271"/>
        </pc:sldMkLst>
        <pc:spChg chg="mod">
          <ac:chgData name="karre Anil kumar" userId="2ffb0b0ed73aafd1" providerId="LiveId" clId="{AC2599C3-8067-4B2E-9898-0C93BDFA470B}" dt="2026-03-11T14:38:58.336" v="105" actId="1076"/>
          <ac:spMkLst>
            <pc:docMk/>
            <pc:sldMk cId="180831594" sldId="271"/>
            <ac:spMk id="2" creationId="{D5A885B6-87AC-80F1-1445-EE67BACDB441}"/>
          </ac:spMkLst>
        </pc:spChg>
        <pc:spChg chg="mod">
          <ac:chgData name="karre Anil kumar" userId="2ffb0b0ed73aafd1" providerId="LiveId" clId="{AC2599C3-8067-4B2E-9898-0C93BDFA470B}" dt="2026-03-11T14:39:38.494" v="113" actId="12"/>
          <ac:spMkLst>
            <pc:docMk/>
            <pc:sldMk cId="180831594" sldId="271"/>
            <ac:spMk id="6" creationId="{C6FC6C12-9007-A399-E81C-794FBE1F3BBA}"/>
          </ac:spMkLst>
        </pc:spChg>
      </pc:sldChg>
      <pc:sldChg chg="addSp delSp modSp new mod">
        <pc:chgData name="karre Anil kumar" userId="2ffb0b0ed73aafd1" providerId="LiveId" clId="{AC2599C3-8067-4B2E-9898-0C93BDFA470B}" dt="2026-03-13T13:02:30.184" v="1165" actId="478"/>
        <pc:sldMkLst>
          <pc:docMk/>
          <pc:sldMk cId="407677325" sldId="273"/>
        </pc:sldMkLst>
        <pc:spChg chg="add mod">
          <ac:chgData name="karre Anil kumar" userId="2ffb0b0ed73aafd1" providerId="LiveId" clId="{AC2599C3-8067-4B2E-9898-0C93BDFA470B}" dt="2026-03-13T07:20:36.495" v="189" actId="1076"/>
          <ac:spMkLst>
            <pc:docMk/>
            <pc:sldMk cId="407677325" sldId="273"/>
            <ac:spMk id="3" creationId="{E3EA4BA7-8D15-5AB2-0A85-34657B4C04A5}"/>
          </ac:spMkLst>
        </pc:spChg>
        <pc:spChg chg="add mod">
          <ac:chgData name="karre Anil kumar" userId="2ffb0b0ed73aafd1" providerId="LiveId" clId="{AC2599C3-8067-4B2E-9898-0C93BDFA470B}" dt="2026-03-13T08:24:03.066" v="338" actId="1076"/>
          <ac:spMkLst>
            <pc:docMk/>
            <pc:sldMk cId="407677325" sldId="273"/>
            <ac:spMk id="5" creationId="{DA404E78-0737-8710-3319-DA5DB5B408D4}"/>
          </ac:spMkLst>
        </pc:spChg>
        <pc:spChg chg="add mod">
          <ac:chgData name="karre Anil kumar" userId="2ffb0b0ed73aafd1" providerId="LiveId" clId="{AC2599C3-8067-4B2E-9898-0C93BDFA470B}" dt="2026-03-13T09:01:52.912" v="537" actId="255"/>
          <ac:spMkLst>
            <pc:docMk/>
            <pc:sldMk cId="407677325" sldId="273"/>
            <ac:spMk id="7" creationId="{188BB3A0-8B21-230B-B6BE-0C0F6FFF9870}"/>
          </ac:spMkLst>
        </pc:spChg>
        <pc:spChg chg="add mod">
          <ac:chgData name="karre Anil kumar" userId="2ffb0b0ed73aafd1" providerId="LiveId" clId="{AC2599C3-8067-4B2E-9898-0C93BDFA470B}" dt="2026-03-13T09:01:59.443" v="538" actId="255"/>
          <ac:spMkLst>
            <pc:docMk/>
            <pc:sldMk cId="407677325" sldId="273"/>
            <ac:spMk id="8" creationId="{795B295A-8A93-5E53-6A2C-8D718EC4589F}"/>
          </ac:spMkLst>
        </pc:spChg>
        <pc:spChg chg="add mod">
          <ac:chgData name="karre Anil kumar" userId="2ffb0b0ed73aafd1" providerId="LiveId" clId="{AC2599C3-8067-4B2E-9898-0C93BDFA470B}" dt="2026-03-13T09:02:05.447" v="539" actId="255"/>
          <ac:spMkLst>
            <pc:docMk/>
            <pc:sldMk cId="407677325" sldId="273"/>
            <ac:spMk id="13" creationId="{F13A4E0C-558D-B916-7083-7984A207A3DE}"/>
          </ac:spMkLst>
        </pc:spChg>
        <pc:spChg chg="add mod">
          <ac:chgData name="karre Anil kumar" userId="2ffb0b0ed73aafd1" providerId="LiveId" clId="{AC2599C3-8067-4B2E-9898-0C93BDFA470B}" dt="2026-03-13T08:41:10.611" v="429" actId="1076"/>
          <ac:spMkLst>
            <pc:docMk/>
            <pc:sldMk cId="407677325" sldId="273"/>
            <ac:spMk id="14" creationId="{202E8A86-9564-8257-D79B-E564EFC52552}"/>
          </ac:spMkLst>
        </pc:spChg>
        <pc:picChg chg="add mod">
          <ac:chgData name="karre Anil kumar" userId="2ffb0b0ed73aafd1" providerId="LiveId" clId="{AC2599C3-8067-4B2E-9898-0C93BDFA470B}" dt="2026-03-13T07:48:36.348" v="236" actId="1076"/>
          <ac:picMkLst>
            <pc:docMk/>
            <pc:sldMk cId="407677325" sldId="273"/>
            <ac:picMk id="10" creationId="{0FF2F373-89BF-26ED-4D07-3D8E146C00A6}"/>
          </ac:picMkLst>
        </pc:picChg>
        <pc:picChg chg="add mod">
          <ac:chgData name="karre Anil kumar" userId="2ffb0b0ed73aafd1" providerId="LiveId" clId="{AC2599C3-8067-4B2E-9898-0C93BDFA470B}" dt="2026-03-13T07:48:15.437" v="233" actId="14100"/>
          <ac:picMkLst>
            <pc:docMk/>
            <pc:sldMk cId="407677325" sldId="273"/>
            <ac:picMk id="12" creationId="{21F670EE-4E3B-ACD1-80D6-46708D661F7C}"/>
          </ac:picMkLst>
        </pc:picChg>
      </pc:sldChg>
      <pc:sldChg chg="addSp delSp modSp new mod">
        <pc:chgData name="karre Anil kumar" userId="2ffb0b0ed73aafd1" providerId="LiveId" clId="{AC2599C3-8067-4B2E-9898-0C93BDFA470B}" dt="2026-03-13T09:00:56.858" v="531" actId="255"/>
        <pc:sldMkLst>
          <pc:docMk/>
          <pc:sldMk cId="2916553635" sldId="274"/>
        </pc:sldMkLst>
        <pc:spChg chg="add mod">
          <ac:chgData name="karre Anil kumar" userId="2ffb0b0ed73aafd1" providerId="LiveId" clId="{AC2599C3-8067-4B2E-9898-0C93BDFA470B}" dt="2026-03-13T08:24:11.194" v="340" actId="1076"/>
          <ac:spMkLst>
            <pc:docMk/>
            <pc:sldMk cId="2916553635" sldId="274"/>
            <ac:spMk id="2" creationId="{28597D7E-A485-4FB9-EAA1-DED9AB894B82}"/>
          </ac:spMkLst>
        </pc:spChg>
        <pc:spChg chg="add mod">
          <ac:chgData name="karre Anil kumar" userId="2ffb0b0ed73aafd1" providerId="LiveId" clId="{AC2599C3-8067-4B2E-9898-0C93BDFA470B}" dt="2026-03-13T09:00:44.341" v="529" actId="255"/>
          <ac:spMkLst>
            <pc:docMk/>
            <pc:sldMk cId="2916553635" sldId="274"/>
            <ac:spMk id="3" creationId="{A6C503A4-6D03-BB60-F963-2806ABE296AE}"/>
          </ac:spMkLst>
        </pc:spChg>
        <pc:spChg chg="add mod">
          <ac:chgData name="karre Anil kumar" userId="2ffb0b0ed73aafd1" providerId="LiveId" clId="{AC2599C3-8067-4B2E-9898-0C93BDFA470B}" dt="2026-03-13T09:00:50.569" v="530" actId="255"/>
          <ac:spMkLst>
            <pc:docMk/>
            <pc:sldMk cId="2916553635" sldId="274"/>
            <ac:spMk id="4" creationId="{D0BFEBA2-1BDD-090A-170A-F5914676D486}"/>
          </ac:spMkLst>
        </pc:spChg>
        <pc:spChg chg="add mod">
          <ac:chgData name="karre Anil kumar" userId="2ffb0b0ed73aafd1" providerId="LiveId" clId="{AC2599C3-8067-4B2E-9898-0C93BDFA470B}" dt="2026-03-13T09:00:56.858" v="531" actId="255"/>
          <ac:spMkLst>
            <pc:docMk/>
            <pc:sldMk cId="2916553635" sldId="274"/>
            <ac:spMk id="13" creationId="{CC2782A8-AD44-7652-CA63-1D0D7A6D10F3}"/>
          </ac:spMkLst>
        </pc:spChg>
        <pc:spChg chg="add mod">
          <ac:chgData name="karre Anil kumar" userId="2ffb0b0ed73aafd1" providerId="LiveId" clId="{AC2599C3-8067-4B2E-9898-0C93BDFA470B}" dt="2026-03-13T08:40:17.706" v="425" actId="255"/>
          <ac:spMkLst>
            <pc:docMk/>
            <pc:sldMk cId="2916553635" sldId="274"/>
            <ac:spMk id="14" creationId="{C33A95A7-7476-3DE0-0881-5BDE442CE267}"/>
          </ac:spMkLst>
        </pc:spChg>
        <pc:picChg chg="add mod">
          <ac:chgData name="karre Anil kumar" userId="2ffb0b0ed73aafd1" providerId="LiveId" clId="{AC2599C3-8067-4B2E-9898-0C93BDFA470B}" dt="2026-03-13T08:27:28.069" v="356" actId="1076"/>
          <ac:picMkLst>
            <pc:docMk/>
            <pc:sldMk cId="2916553635" sldId="274"/>
            <ac:picMk id="10" creationId="{C5CD794A-B515-033C-BCFD-13F623C4E4AF}"/>
          </ac:picMkLst>
        </pc:picChg>
        <pc:picChg chg="add mod">
          <ac:chgData name="karre Anil kumar" userId="2ffb0b0ed73aafd1" providerId="LiveId" clId="{AC2599C3-8067-4B2E-9898-0C93BDFA470B}" dt="2026-03-13T08:27:53.016" v="358" actId="1076"/>
          <ac:picMkLst>
            <pc:docMk/>
            <pc:sldMk cId="2916553635" sldId="274"/>
            <ac:picMk id="12" creationId="{0896CC16-D0D5-B05E-DA44-783BAF8FA74C}"/>
          </ac:picMkLst>
        </pc:picChg>
      </pc:sldChg>
      <pc:sldChg chg="addSp delSp modSp new mod">
        <pc:chgData name="karre Anil kumar" userId="2ffb0b0ed73aafd1" providerId="LiveId" clId="{AC2599C3-8067-4B2E-9898-0C93BDFA470B}" dt="2026-03-13T08:59:55.834" v="525" actId="255"/>
        <pc:sldMkLst>
          <pc:docMk/>
          <pc:sldMk cId="2388468907" sldId="275"/>
        </pc:sldMkLst>
        <pc:spChg chg="add mod">
          <ac:chgData name="karre Anil kumar" userId="2ffb0b0ed73aafd1" providerId="LiveId" clId="{AC2599C3-8067-4B2E-9898-0C93BDFA470B}" dt="2026-03-13T08:44:37.159" v="440" actId="1076"/>
          <ac:spMkLst>
            <pc:docMk/>
            <pc:sldMk cId="2388468907" sldId="275"/>
            <ac:spMk id="2" creationId="{D9615718-1911-DAD3-C73C-5860805A8F8B}"/>
          </ac:spMkLst>
        </pc:spChg>
        <pc:spChg chg="add mod">
          <ac:chgData name="karre Anil kumar" userId="2ffb0b0ed73aafd1" providerId="LiveId" clId="{AC2599C3-8067-4B2E-9898-0C93BDFA470B}" dt="2026-03-13T08:46:00.668" v="450" actId="1076"/>
          <ac:spMkLst>
            <pc:docMk/>
            <pc:sldMk cId="2388468907" sldId="275"/>
            <ac:spMk id="3" creationId="{D9516E2C-A670-FD70-366F-5137C8464C4A}"/>
          </ac:spMkLst>
        </pc:spChg>
        <pc:spChg chg="add mod">
          <ac:chgData name="karre Anil kumar" userId="2ffb0b0ed73aafd1" providerId="LiveId" clId="{AC2599C3-8067-4B2E-9898-0C93BDFA470B}" dt="2026-03-13T08:59:30.844" v="523" actId="255"/>
          <ac:spMkLst>
            <pc:docMk/>
            <pc:sldMk cId="2388468907" sldId="275"/>
            <ac:spMk id="4" creationId="{EE1A481A-96BB-505A-26D3-B21536E4DAEA}"/>
          </ac:spMkLst>
        </pc:spChg>
        <pc:spChg chg="add mod">
          <ac:chgData name="karre Anil kumar" userId="2ffb0b0ed73aafd1" providerId="LiveId" clId="{AC2599C3-8067-4B2E-9898-0C93BDFA470B}" dt="2026-03-13T08:59:45.982" v="524" actId="255"/>
          <ac:spMkLst>
            <pc:docMk/>
            <pc:sldMk cId="2388468907" sldId="275"/>
            <ac:spMk id="6" creationId="{B9F02642-0D1A-529F-9E5B-5F4812CBD7CF}"/>
          </ac:spMkLst>
        </pc:spChg>
        <pc:spChg chg="add mod">
          <ac:chgData name="karre Anil kumar" userId="2ffb0b0ed73aafd1" providerId="LiveId" clId="{AC2599C3-8067-4B2E-9898-0C93BDFA470B}" dt="2026-03-13T08:59:55.834" v="525" actId="255"/>
          <ac:spMkLst>
            <pc:docMk/>
            <pc:sldMk cId="2388468907" sldId="275"/>
            <ac:spMk id="7" creationId="{12E68413-4BFB-4A46-8574-0270BB00A63A}"/>
          </ac:spMkLst>
        </pc:spChg>
        <pc:spChg chg="add mod">
          <ac:chgData name="karre Anil kumar" userId="2ffb0b0ed73aafd1" providerId="LiveId" clId="{AC2599C3-8067-4B2E-9898-0C93BDFA470B}" dt="2026-03-13T08:53:54.558" v="485" actId="255"/>
          <ac:spMkLst>
            <pc:docMk/>
            <pc:sldMk cId="2388468907" sldId="275"/>
            <ac:spMk id="12" creationId="{96B103B2-C0E9-42DC-E0F2-356AE1EE76C0}"/>
          </ac:spMkLst>
        </pc:spChg>
        <pc:picChg chg="add mod">
          <ac:chgData name="karre Anil kumar" userId="2ffb0b0ed73aafd1" providerId="LiveId" clId="{AC2599C3-8067-4B2E-9898-0C93BDFA470B}" dt="2026-03-13T08:50:30.592" v="474" actId="1076"/>
          <ac:picMkLst>
            <pc:docMk/>
            <pc:sldMk cId="2388468907" sldId="275"/>
            <ac:picMk id="9" creationId="{1169CD0A-6C7E-FD9F-3FC4-BDDABB6E72F1}"/>
          </ac:picMkLst>
        </pc:picChg>
        <pc:picChg chg="add mod">
          <ac:chgData name="karre Anil kumar" userId="2ffb0b0ed73aafd1" providerId="LiveId" clId="{AC2599C3-8067-4B2E-9898-0C93BDFA470B}" dt="2026-03-13T08:50:35.196" v="475" actId="1076"/>
          <ac:picMkLst>
            <pc:docMk/>
            <pc:sldMk cId="2388468907" sldId="275"/>
            <ac:picMk id="11" creationId="{CD29B1D0-AC9E-8949-7081-8657F8E77C3A}"/>
          </ac:picMkLst>
        </pc:picChg>
      </pc:sldChg>
      <pc:sldChg chg="addSp delSp modSp new mod">
        <pc:chgData name="karre Anil kumar" userId="2ffb0b0ed73aafd1" providerId="LiveId" clId="{AC2599C3-8067-4B2E-9898-0C93BDFA470B}" dt="2026-03-13T09:05:11.923" v="556" actId="1076"/>
        <pc:sldMkLst>
          <pc:docMk/>
          <pc:sldMk cId="27766375" sldId="276"/>
        </pc:sldMkLst>
        <pc:spChg chg="add mod">
          <ac:chgData name="karre Anil kumar" userId="2ffb0b0ed73aafd1" providerId="LiveId" clId="{AC2599C3-8067-4B2E-9898-0C93BDFA470B}" dt="2026-03-13T08:54:55.175" v="495" actId="1076"/>
          <ac:spMkLst>
            <pc:docMk/>
            <pc:sldMk cId="27766375" sldId="276"/>
            <ac:spMk id="2" creationId="{52703DC6-6190-2D97-1705-ACC4F76AC8DF}"/>
          </ac:spMkLst>
        </pc:spChg>
        <pc:spChg chg="add mod">
          <ac:chgData name="karre Anil kumar" userId="2ffb0b0ed73aafd1" providerId="LiveId" clId="{AC2599C3-8067-4B2E-9898-0C93BDFA470B}" dt="2026-03-13T09:02:24.230" v="540" actId="255"/>
          <ac:spMkLst>
            <pc:docMk/>
            <pc:sldMk cId="27766375" sldId="276"/>
            <ac:spMk id="3" creationId="{63DA5797-B62C-DCCC-CA58-5F58D6FFC2C2}"/>
          </ac:spMkLst>
        </pc:spChg>
        <pc:spChg chg="add mod">
          <ac:chgData name="karre Anil kumar" userId="2ffb0b0ed73aafd1" providerId="LiveId" clId="{AC2599C3-8067-4B2E-9898-0C93BDFA470B}" dt="2026-03-13T09:02:29.911" v="541" actId="255"/>
          <ac:spMkLst>
            <pc:docMk/>
            <pc:sldMk cId="27766375" sldId="276"/>
            <ac:spMk id="6" creationId="{CA9961FA-1D56-4225-960A-27A4A94B45D9}"/>
          </ac:spMkLst>
        </pc:spChg>
        <pc:spChg chg="add mod">
          <ac:chgData name="karre Anil kumar" userId="2ffb0b0ed73aafd1" providerId="LiveId" clId="{AC2599C3-8067-4B2E-9898-0C93BDFA470B}" dt="2026-03-13T09:04:13.522" v="551" actId="14100"/>
          <ac:spMkLst>
            <pc:docMk/>
            <pc:sldMk cId="27766375" sldId="276"/>
            <ac:spMk id="8" creationId="{1B52A43E-518E-4063-1C22-69F9BB5AFD3B}"/>
          </ac:spMkLst>
        </pc:spChg>
        <pc:spChg chg="add mod">
          <ac:chgData name="karre Anil kumar" userId="2ffb0b0ed73aafd1" providerId="LiveId" clId="{AC2599C3-8067-4B2E-9898-0C93BDFA470B}" dt="2026-03-13T09:05:11.923" v="556" actId="1076"/>
          <ac:spMkLst>
            <pc:docMk/>
            <pc:sldMk cId="27766375" sldId="276"/>
            <ac:spMk id="13" creationId="{9EDCCDC9-3C4C-175F-4D5B-80AA755FE236}"/>
          </ac:spMkLst>
        </pc:spChg>
        <pc:picChg chg="add mod">
          <ac:chgData name="karre Anil kumar" userId="2ffb0b0ed73aafd1" providerId="LiveId" clId="{AC2599C3-8067-4B2E-9898-0C93BDFA470B}" dt="2026-03-13T09:03:50.012" v="547" actId="1076"/>
          <ac:picMkLst>
            <pc:docMk/>
            <pc:sldMk cId="27766375" sldId="276"/>
            <ac:picMk id="10" creationId="{DA98BDFB-C583-94D1-154D-5A42A699C2E6}"/>
          </ac:picMkLst>
        </pc:picChg>
        <pc:picChg chg="add mod">
          <ac:chgData name="karre Anil kumar" userId="2ffb0b0ed73aafd1" providerId="LiveId" clId="{AC2599C3-8067-4B2E-9898-0C93BDFA470B}" dt="2026-03-13T09:04:02.461" v="549" actId="1076"/>
          <ac:picMkLst>
            <pc:docMk/>
            <pc:sldMk cId="27766375" sldId="276"/>
            <ac:picMk id="12" creationId="{C65BF1C4-369E-CB22-F031-20EB9616F7CB}"/>
          </ac:picMkLst>
        </pc:picChg>
      </pc:sldChg>
      <pc:sldChg chg="addSp modSp new mod">
        <pc:chgData name="karre Anil kumar" userId="2ffb0b0ed73aafd1" providerId="LiveId" clId="{AC2599C3-8067-4B2E-9898-0C93BDFA470B}" dt="2026-03-13T09:13:10.155" v="599" actId="1076"/>
        <pc:sldMkLst>
          <pc:docMk/>
          <pc:sldMk cId="2424567533" sldId="277"/>
        </pc:sldMkLst>
        <pc:spChg chg="add mod">
          <ac:chgData name="karre Anil kumar" userId="2ffb0b0ed73aafd1" providerId="LiveId" clId="{AC2599C3-8067-4B2E-9898-0C93BDFA470B}" dt="2026-03-13T09:07:28.586" v="565" actId="14100"/>
          <ac:spMkLst>
            <pc:docMk/>
            <pc:sldMk cId="2424567533" sldId="277"/>
            <ac:spMk id="2" creationId="{FBFE99F2-A08A-3A7C-BDA2-6FD5B87BCE22}"/>
          </ac:spMkLst>
        </pc:spChg>
        <pc:spChg chg="add mod">
          <ac:chgData name="karre Anil kumar" userId="2ffb0b0ed73aafd1" providerId="LiveId" clId="{AC2599C3-8067-4B2E-9898-0C93BDFA470B}" dt="2026-03-13T09:08:49.554" v="579" actId="1076"/>
          <ac:spMkLst>
            <pc:docMk/>
            <pc:sldMk cId="2424567533" sldId="277"/>
            <ac:spMk id="3" creationId="{2F0F70D1-98EC-F941-C6AD-1C9D1F0EA069}"/>
          </ac:spMkLst>
        </pc:spChg>
        <pc:spChg chg="add mod">
          <ac:chgData name="karre Anil kumar" userId="2ffb0b0ed73aafd1" providerId="LiveId" clId="{AC2599C3-8067-4B2E-9898-0C93BDFA470B}" dt="2026-03-13T09:08:55.072" v="580" actId="1076"/>
          <ac:spMkLst>
            <pc:docMk/>
            <pc:sldMk cId="2424567533" sldId="277"/>
            <ac:spMk id="4" creationId="{C23D8898-0744-8649-9FD8-F04417F47929}"/>
          </ac:spMkLst>
        </pc:spChg>
        <pc:spChg chg="add mod">
          <ac:chgData name="karre Anil kumar" userId="2ffb0b0ed73aafd1" providerId="LiveId" clId="{AC2599C3-8067-4B2E-9898-0C93BDFA470B}" dt="2026-03-13T09:12:10.563" v="592" actId="1076"/>
          <ac:spMkLst>
            <pc:docMk/>
            <pc:sldMk cId="2424567533" sldId="277"/>
            <ac:spMk id="5" creationId="{4C14A34D-BA68-179A-D26A-D4C99A661B98}"/>
          </ac:spMkLst>
        </pc:spChg>
        <pc:spChg chg="add mod">
          <ac:chgData name="karre Anil kumar" userId="2ffb0b0ed73aafd1" providerId="LiveId" clId="{AC2599C3-8067-4B2E-9898-0C93BDFA470B}" dt="2026-03-13T09:13:10.155" v="599" actId="1076"/>
          <ac:spMkLst>
            <pc:docMk/>
            <pc:sldMk cId="2424567533" sldId="277"/>
            <ac:spMk id="10" creationId="{56A6F6FB-CFF4-25FF-CAE6-FC3787FE8D7B}"/>
          </ac:spMkLst>
        </pc:spChg>
        <pc:picChg chg="add mod">
          <ac:chgData name="karre Anil kumar" userId="2ffb0b0ed73aafd1" providerId="LiveId" clId="{AC2599C3-8067-4B2E-9898-0C93BDFA470B}" dt="2026-03-13T09:11:00.081" v="588" actId="1076"/>
          <ac:picMkLst>
            <pc:docMk/>
            <pc:sldMk cId="2424567533" sldId="277"/>
            <ac:picMk id="7" creationId="{54C02788-0524-3ED9-8B76-5FA653079BCD}"/>
          </ac:picMkLst>
        </pc:picChg>
        <pc:picChg chg="add mod">
          <ac:chgData name="karre Anil kumar" userId="2ffb0b0ed73aafd1" providerId="LiveId" clId="{AC2599C3-8067-4B2E-9898-0C93BDFA470B}" dt="2026-03-13T09:11:58.147" v="591" actId="1076"/>
          <ac:picMkLst>
            <pc:docMk/>
            <pc:sldMk cId="2424567533" sldId="277"/>
            <ac:picMk id="9" creationId="{C50747B9-4506-37DE-40A3-CD46BBB8C65E}"/>
          </ac:picMkLst>
        </pc:picChg>
      </pc:sldChg>
      <pc:sldChg chg="addSp delSp modSp new mod">
        <pc:chgData name="karre Anil kumar" userId="2ffb0b0ed73aafd1" providerId="LiveId" clId="{AC2599C3-8067-4B2E-9898-0C93BDFA470B}" dt="2026-03-13T09:01:24.631" v="536" actId="255"/>
        <pc:sldMkLst>
          <pc:docMk/>
          <pc:sldMk cId="1303633347" sldId="278"/>
        </pc:sldMkLst>
        <pc:spChg chg="add mod">
          <ac:chgData name="karre Anil kumar" userId="2ffb0b0ed73aafd1" providerId="LiveId" clId="{AC2599C3-8067-4B2E-9898-0C93BDFA470B}" dt="2026-03-13T08:24:07.881" v="339" actId="1076"/>
          <ac:spMkLst>
            <pc:docMk/>
            <pc:sldMk cId="1303633347" sldId="278"/>
            <ac:spMk id="2" creationId="{741B26B8-9051-CACE-E1AF-A082F13D46B0}"/>
          </ac:spMkLst>
        </pc:spChg>
        <pc:spChg chg="add mod">
          <ac:chgData name="karre Anil kumar" userId="2ffb0b0ed73aafd1" providerId="LiveId" clId="{AC2599C3-8067-4B2E-9898-0C93BDFA470B}" dt="2026-03-13T09:01:06.547" v="532" actId="255"/>
          <ac:spMkLst>
            <pc:docMk/>
            <pc:sldMk cId="1303633347" sldId="278"/>
            <ac:spMk id="3" creationId="{73DEFC38-D27D-E052-A5D9-E0FF46652FD7}"/>
          </ac:spMkLst>
        </pc:spChg>
        <pc:spChg chg="add mod">
          <ac:chgData name="karre Anil kumar" userId="2ffb0b0ed73aafd1" providerId="LiveId" clId="{AC2599C3-8067-4B2E-9898-0C93BDFA470B}" dt="2026-03-13T09:01:17.551" v="535" actId="20577"/>
          <ac:spMkLst>
            <pc:docMk/>
            <pc:sldMk cId="1303633347" sldId="278"/>
            <ac:spMk id="4" creationId="{A740F746-DD47-CE3F-B9AC-87B451A64A5A}"/>
          </ac:spMkLst>
        </pc:spChg>
        <pc:spChg chg="add mod">
          <ac:chgData name="karre Anil kumar" userId="2ffb0b0ed73aafd1" providerId="LiveId" clId="{AC2599C3-8067-4B2E-9898-0C93BDFA470B}" dt="2026-03-13T09:01:24.631" v="536" actId="255"/>
          <ac:spMkLst>
            <pc:docMk/>
            <pc:sldMk cId="1303633347" sldId="278"/>
            <ac:spMk id="9" creationId="{CEA084A7-4A0C-9429-F46A-B8AA1372CF20}"/>
          </ac:spMkLst>
        </pc:spChg>
        <pc:spChg chg="add mod">
          <ac:chgData name="karre Anil kumar" userId="2ffb0b0ed73aafd1" providerId="LiveId" clId="{AC2599C3-8067-4B2E-9898-0C93BDFA470B}" dt="2026-03-13T08:40:07.746" v="424" actId="255"/>
          <ac:spMkLst>
            <pc:docMk/>
            <pc:sldMk cId="1303633347" sldId="278"/>
            <ac:spMk id="10" creationId="{1EB1BA48-BDA1-AC9C-1D61-96E5D9E353C2}"/>
          </ac:spMkLst>
        </pc:spChg>
        <pc:picChg chg="add mod">
          <ac:chgData name="karre Anil kumar" userId="2ffb0b0ed73aafd1" providerId="LiveId" clId="{AC2599C3-8067-4B2E-9898-0C93BDFA470B}" dt="2026-03-13T08:13:00.888" v="284" actId="1076"/>
          <ac:picMkLst>
            <pc:docMk/>
            <pc:sldMk cId="1303633347" sldId="278"/>
            <ac:picMk id="8" creationId="{5ACB2D0C-E028-374F-780F-F7BD26F1730E}"/>
          </ac:picMkLst>
        </pc:picChg>
        <pc:picChg chg="add mod">
          <ac:chgData name="karre Anil kumar" userId="2ffb0b0ed73aafd1" providerId="LiveId" clId="{AC2599C3-8067-4B2E-9898-0C93BDFA470B}" dt="2026-03-13T08:16:43.463" v="304" actId="1076"/>
          <ac:picMkLst>
            <pc:docMk/>
            <pc:sldMk cId="1303633347" sldId="278"/>
            <ac:picMk id="12" creationId="{67553A8A-1C06-CAC6-01F8-38223FFB5A8B}"/>
          </ac:picMkLst>
        </pc:picChg>
      </pc:sldChg>
      <pc:sldChg chg="addSp modSp new mod">
        <pc:chgData name="karre Anil kumar" userId="2ffb0b0ed73aafd1" providerId="LiveId" clId="{AC2599C3-8067-4B2E-9898-0C93BDFA470B}" dt="2026-03-13T13:03:13.965" v="1172" actId="255"/>
        <pc:sldMkLst>
          <pc:docMk/>
          <pc:sldMk cId="998164129" sldId="279"/>
        </pc:sldMkLst>
        <pc:spChg chg="add mod">
          <ac:chgData name="karre Anil kumar" userId="2ffb0b0ed73aafd1" providerId="LiveId" clId="{AC2599C3-8067-4B2E-9898-0C93BDFA470B}" dt="2026-03-13T08:33:21.249" v="393" actId="1076"/>
          <ac:spMkLst>
            <pc:docMk/>
            <pc:sldMk cId="998164129" sldId="279"/>
            <ac:spMk id="2" creationId="{C997201E-6382-94BE-1748-2C7DFA0CCDB6}"/>
          </ac:spMkLst>
        </pc:spChg>
        <pc:spChg chg="add mod">
          <ac:chgData name="karre Anil kumar" userId="2ffb0b0ed73aafd1" providerId="LiveId" clId="{AC2599C3-8067-4B2E-9898-0C93BDFA470B}" dt="2026-03-13T09:00:07.478" v="526" actId="255"/>
          <ac:spMkLst>
            <pc:docMk/>
            <pc:sldMk cId="998164129" sldId="279"/>
            <ac:spMk id="3" creationId="{5899E5C0-06F3-53A5-7A70-5E5A32105D91}"/>
          </ac:spMkLst>
        </pc:spChg>
        <pc:spChg chg="add mod">
          <ac:chgData name="karre Anil kumar" userId="2ffb0b0ed73aafd1" providerId="LiveId" clId="{AC2599C3-8067-4B2E-9898-0C93BDFA470B}" dt="2026-03-13T09:00:14.253" v="527" actId="255"/>
          <ac:spMkLst>
            <pc:docMk/>
            <pc:sldMk cId="998164129" sldId="279"/>
            <ac:spMk id="4" creationId="{9F9CE0D9-DE1B-2B72-D106-78A53D707861}"/>
          </ac:spMkLst>
        </pc:spChg>
        <pc:spChg chg="add mod">
          <ac:chgData name="karre Anil kumar" userId="2ffb0b0ed73aafd1" providerId="LiveId" clId="{AC2599C3-8067-4B2E-9898-0C93BDFA470B}" dt="2026-03-13T09:00:21.852" v="528" actId="255"/>
          <ac:spMkLst>
            <pc:docMk/>
            <pc:sldMk cId="998164129" sldId="279"/>
            <ac:spMk id="9" creationId="{EB921B54-FF71-6711-6E57-E553166247DA}"/>
          </ac:spMkLst>
        </pc:spChg>
        <pc:spChg chg="add mod">
          <ac:chgData name="karre Anil kumar" userId="2ffb0b0ed73aafd1" providerId="LiveId" clId="{AC2599C3-8067-4B2E-9898-0C93BDFA470B}" dt="2026-03-13T08:40:58.282" v="428" actId="1076"/>
          <ac:spMkLst>
            <pc:docMk/>
            <pc:sldMk cId="998164129" sldId="279"/>
            <ac:spMk id="10" creationId="{F9ACD298-8755-2539-72D9-D64AC3B5512D}"/>
          </ac:spMkLst>
        </pc:spChg>
        <pc:spChg chg="add mod">
          <ac:chgData name="karre Anil kumar" userId="2ffb0b0ed73aafd1" providerId="LiveId" clId="{AC2599C3-8067-4B2E-9898-0C93BDFA470B}" dt="2026-03-13T13:03:13.965" v="1172" actId="255"/>
          <ac:spMkLst>
            <pc:docMk/>
            <pc:sldMk cId="998164129" sldId="279"/>
            <ac:spMk id="11" creationId="{BE89AD7C-8EBB-21F4-C39F-EF1B18CF04F7}"/>
          </ac:spMkLst>
        </pc:spChg>
        <pc:picChg chg="add mod">
          <ac:chgData name="karre Anil kumar" userId="2ffb0b0ed73aafd1" providerId="LiveId" clId="{AC2599C3-8067-4B2E-9898-0C93BDFA470B}" dt="2026-03-13T08:36:36.769" v="408" actId="1076"/>
          <ac:picMkLst>
            <pc:docMk/>
            <pc:sldMk cId="998164129" sldId="279"/>
            <ac:picMk id="6" creationId="{D296FC2B-9F84-DDEF-784E-F189BECCE59E}"/>
          </ac:picMkLst>
        </pc:picChg>
        <pc:picChg chg="add mod modCrop">
          <ac:chgData name="karre Anil kumar" userId="2ffb0b0ed73aafd1" providerId="LiveId" clId="{AC2599C3-8067-4B2E-9898-0C93BDFA470B}" dt="2026-03-13T08:41:53.342" v="430" actId="18131"/>
          <ac:picMkLst>
            <pc:docMk/>
            <pc:sldMk cId="998164129" sldId="279"/>
            <ac:picMk id="8" creationId="{5F54E884-2D3D-15B1-4771-6700323B419A}"/>
          </ac:picMkLst>
        </pc:picChg>
      </pc:sldChg>
      <pc:sldChg chg="addSp modSp new mod">
        <pc:chgData name="karre Anil kumar" userId="2ffb0b0ed73aafd1" providerId="LiveId" clId="{AC2599C3-8067-4B2E-9898-0C93BDFA470B}" dt="2026-03-13T09:24:14.391" v="639" actId="1076"/>
        <pc:sldMkLst>
          <pc:docMk/>
          <pc:sldMk cId="2524889693" sldId="280"/>
        </pc:sldMkLst>
        <pc:spChg chg="add mod">
          <ac:chgData name="karre Anil kumar" userId="2ffb0b0ed73aafd1" providerId="LiveId" clId="{AC2599C3-8067-4B2E-9898-0C93BDFA470B}" dt="2026-03-13T09:14:57.299" v="607" actId="14100"/>
          <ac:spMkLst>
            <pc:docMk/>
            <pc:sldMk cId="2524889693" sldId="280"/>
            <ac:spMk id="2" creationId="{776FC1A3-1672-3C88-F585-DCD80BFE9E30}"/>
          </ac:spMkLst>
        </pc:spChg>
        <pc:spChg chg="add mod">
          <ac:chgData name="karre Anil kumar" userId="2ffb0b0ed73aafd1" providerId="LiveId" clId="{AC2599C3-8067-4B2E-9898-0C93BDFA470B}" dt="2026-03-13T09:16:15.731" v="615" actId="1076"/>
          <ac:spMkLst>
            <pc:docMk/>
            <pc:sldMk cId="2524889693" sldId="280"/>
            <ac:spMk id="3" creationId="{BDD6824D-3939-2E97-DB58-59F37C265D3A}"/>
          </ac:spMkLst>
        </pc:spChg>
        <pc:spChg chg="add mod">
          <ac:chgData name="karre Anil kumar" userId="2ffb0b0ed73aafd1" providerId="LiveId" clId="{AC2599C3-8067-4B2E-9898-0C93BDFA470B}" dt="2026-03-13T09:16:59.609" v="622" actId="1076"/>
          <ac:spMkLst>
            <pc:docMk/>
            <pc:sldMk cId="2524889693" sldId="280"/>
            <ac:spMk id="4" creationId="{E7FF20EC-1538-F776-7A5B-9BA88235A928}"/>
          </ac:spMkLst>
        </pc:spChg>
        <pc:spChg chg="add mod">
          <ac:chgData name="karre Anil kumar" userId="2ffb0b0ed73aafd1" providerId="LiveId" clId="{AC2599C3-8067-4B2E-9898-0C93BDFA470B}" dt="2026-03-13T09:20:13.722" v="634" actId="1076"/>
          <ac:spMkLst>
            <pc:docMk/>
            <pc:sldMk cId="2524889693" sldId="280"/>
            <ac:spMk id="5" creationId="{5B18B926-282B-4C21-8504-EA2A7A8B5C24}"/>
          </ac:spMkLst>
        </pc:spChg>
        <pc:spChg chg="add mod">
          <ac:chgData name="karre Anil kumar" userId="2ffb0b0ed73aafd1" providerId="LiveId" clId="{AC2599C3-8067-4B2E-9898-0C93BDFA470B}" dt="2026-03-13T09:24:14.391" v="639" actId="1076"/>
          <ac:spMkLst>
            <pc:docMk/>
            <pc:sldMk cId="2524889693" sldId="280"/>
            <ac:spMk id="10" creationId="{1FA53152-21C3-9E46-1259-2F95692B1B2E}"/>
          </ac:spMkLst>
        </pc:spChg>
        <pc:picChg chg="add mod">
          <ac:chgData name="karre Anil kumar" userId="2ffb0b0ed73aafd1" providerId="LiveId" clId="{AC2599C3-8067-4B2E-9898-0C93BDFA470B}" dt="2026-03-13T09:19:46.779" v="631" actId="1076"/>
          <ac:picMkLst>
            <pc:docMk/>
            <pc:sldMk cId="2524889693" sldId="280"/>
            <ac:picMk id="7" creationId="{EF4E9535-1661-9F7C-F9DB-346FD1B2A636}"/>
          </ac:picMkLst>
        </pc:picChg>
        <pc:picChg chg="add mod">
          <ac:chgData name="karre Anil kumar" userId="2ffb0b0ed73aafd1" providerId="LiveId" clId="{AC2599C3-8067-4B2E-9898-0C93BDFA470B}" dt="2026-03-13T09:20:07.796" v="633" actId="1076"/>
          <ac:picMkLst>
            <pc:docMk/>
            <pc:sldMk cId="2524889693" sldId="280"/>
            <ac:picMk id="9" creationId="{CB7C7F0B-F405-9C75-7794-2CFB317E3980}"/>
          </ac:picMkLst>
        </pc:picChg>
      </pc:sldChg>
      <pc:sldChg chg="addSp delSp modSp new mod">
        <pc:chgData name="karre Anil kumar" userId="2ffb0b0ed73aafd1" providerId="LiveId" clId="{AC2599C3-8067-4B2E-9898-0C93BDFA470B}" dt="2026-03-13T13:05:27.774" v="1182" actId="1076"/>
        <pc:sldMkLst>
          <pc:docMk/>
          <pc:sldMk cId="3859330104" sldId="281"/>
        </pc:sldMkLst>
        <pc:spChg chg="add mod">
          <ac:chgData name="karre Anil kumar" userId="2ffb0b0ed73aafd1" providerId="LiveId" clId="{AC2599C3-8067-4B2E-9898-0C93BDFA470B}" dt="2026-03-13T09:33:12.337" v="684" actId="1076"/>
          <ac:spMkLst>
            <pc:docMk/>
            <pc:sldMk cId="3859330104" sldId="281"/>
            <ac:spMk id="2" creationId="{AB025AE4-2C50-6104-EA3B-45F7277337A5}"/>
          </ac:spMkLst>
        </pc:spChg>
        <pc:spChg chg="add mod">
          <ac:chgData name="karre Anil kumar" userId="2ffb0b0ed73aafd1" providerId="LiveId" clId="{AC2599C3-8067-4B2E-9898-0C93BDFA470B}" dt="2026-03-13T09:27:35.917" v="655" actId="255"/>
          <ac:spMkLst>
            <pc:docMk/>
            <pc:sldMk cId="3859330104" sldId="281"/>
            <ac:spMk id="3" creationId="{9785B8BA-A798-B3E6-661C-34864753FBFD}"/>
          </ac:spMkLst>
        </pc:spChg>
        <pc:spChg chg="add mod">
          <ac:chgData name="karre Anil kumar" userId="2ffb0b0ed73aafd1" providerId="LiveId" clId="{AC2599C3-8067-4B2E-9898-0C93BDFA470B}" dt="2026-03-13T09:28:34.751" v="665" actId="1076"/>
          <ac:spMkLst>
            <pc:docMk/>
            <pc:sldMk cId="3859330104" sldId="281"/>
            <ac:spMk id="5" creationId="{F7E243FF-01D1-FF10-67EF-4A6034B0F686}"/>
          </ac:spMkLst>
        </pc:spChg>
        <pc:spChg chg="add mod">
          <ac:chgData name="karre Anil kumar" userId="2ffb0b0ed73aafd1" providerId="LiveId" clId="{AC2599C3-8067-4B2E-9898-0C93BDFA470B}" dt="2026-03-13T09:29:40.851" v="672" actId="14100"/>
          <ac:spMkLst>
            <pc:docMk/>
            <pc:sldMk cId="3859330104" sldId="281"/>
            <ac:spMk id="6" creationId="{F5EF0652-52DB-5BA3-BB2D-B8788542941A}"/>
          </ac:spMkLst>
        </pc:spChg>
        <pc:spChg chg="add mod">
          <ac:chgData name="karre Anil kumar" userId="2ffb0b0ed73aafd1" providerId="LiveId" clId="{AC2599C3-8067-4B2E-9898-0C93BDFA470B}" dt="2026-03-13T09:42:13.402" v="685" actId="255"/>
          <ac:spMkLst>
            <pc:docMk/>
            <pc:sldMk cId="3859330104" sldId="281"/>
            <ac:spMk id="9" creationId="{C46689E0-73E9-937F-91A8-893D8B65A7DB}"/>
          </ac:spMkLst>
        </pc:spChg>
        <pc:spChg chg="add mod">
          <ac:chgData name="karre Anil kumar" userId="2ffb0b0ed73aafd1" providerId="LiveId" clId="{AC2599C3-8067-4B2E-9898-0C93BDFA470B}" dt="2026-03-13T13:05:27.774" v="1182" actId="1076"/>
          <ac:spMkLst>
            <pc:docMk/>
            <pc:sldMk cId="3859330104" sldId="281"/>
            <ac:spMk id="12" creationId="{2CD6DEDB-F345-A300-C832-E06C35BD3BD6}"/>
          </ac:spMkLst>
        </pc:spChg>
        <pc:picChg chg="add mod">
          <ac:chgData name="karre Anil kumar" userId="2ffb0b0ed73aafd1" providerId="LiveId" clId="{AC2599C3-8067-4B2E-9898-0C93BDFA470B}" dt="2026-03-13T09:31:13.226" v="675" actId="1076"/>
          <ac:picMkLst>
            <pc:docMk/>
            <pc:sldMk cId="3859330104" sldId="281"/>
            <ac:picMk id="8" creationId="{72A34F74-363D-2956-E1F3-67DC1CEFB20D}"/>
          </ac:picMkLst>
        </pc:picChg>
        <pc:picChg chg="add mod">
          <ac:chgData name="karre Anil kumar" userId="2ffb0b0ed73aafd1" providerId="LiveId" clId="{AC2599C3-8067-4B2E-9898-0C93BDFA470B}" dt="2026-03-13T09:32:51.159" v="683" actId="1076"/>
          <ac:picMkLst>
            <pc:docMk/>
            <pc:sldMk cId="3859330104" sldId="281"/>
            <ac:picMk id="11" creationId="{EA22A1B7-B701-AA53-8AF8-88747E7BB341}"/>
          </ac:picMkLst>
        </pc:picChg>
      </pc:sldChg>
      <pc:sldChg chg="addSp modSp new mod">
        <pc:chgData name="karre Anil kumar" userId="2ffb0b0ed73aafd1" providerId="LiveId" clId="{AC2599C3-8067-4B2E-9898-0C93BDFA470B}" dt="2026-03-13T11:40:12.118" v="778" actId="1076"/>
        <pc:sldMkLst>
          <pc:docMk/>
          <pc:sldMk cId="717628826" sldId="282"/>
        </pc:sldMkLst>
        <pc:spChg chg="add mod">
          <ac:chgData name="karre Anil kumar" userId="2ffb0b0ed73aafd1" providerId="LiveId" clId="{AC2599C3-8067-4B2E-9898-0C93BDFA470B}" dt="2026-03-13T09:48:31.402" v="709" actId="1076"/>
          <ac:spMkLst>
            <pc:docMk/>
            <pc:sldMk cId="717628826" sldId="282"/>
            <ac:spMk id="2" creationId="{AE1F37B7-38E5-B716-C893-EA4F9240E6F0}"/>
          </ac:spMkLst>
        </pc:spChg>
        <pc:spChg chg="add mod">
          <ac:chgData name="karre Anil kumar" userId="2ffb0b0ed73aafd1" providerId="LiveId" clId="{AC2599C3-8067-4B2E-9898-0C93BDFA470B}" dt="2026-03-13T09:47:53.016" v="703" actId="1076"/>
          <ac:spMkLst>
            <pc:docMk/>
            <pc:sldMk cId="717628826" sldId="282"/>
            <ac:spMk id="3" creationId="{2FEBB5A0-7063-8857-8D74-FFD04EAFE7CB}"/>
          </ac:spMkLst>
        </pc:spChg>
        <pc:spChg chg="add mod">
          <ac:chgData name="karre Anil kumar" userId="2ffb0b0ed73aafd1" providerId="LiveId" clId="{AC2599C3-8067-4B2E-9898-0C93BDFA470B}" dt="2026-03-13T11:39:09.912" v="770" actId="1076"/>
          <ac:spMkLst>
            <pc:docMk/>
            <pc:sldMk cId="717628826" sldId="282"/>
            <ac:spMk id="4" creationId="{63FBB0D9-77DD-10F9-86E9-8CF6F6B1DC11}"/>
          </ac:spMkLst>
        </pc:spChg>
        <pc:spChg chg="add mod">
          <ac:chgData name="karre Anil kumar" userId="2ffb0b0ed73aafd1" providerId="LiveId" clId="{AC2599C3-8067-4B2E-9898-0C93BDFA470B}" dt="2026-03-13T11:37:10.629" v="758" actId="14100"/>
          <ac:spMkLst>
            <pc:docMk/>
            <pc:sldMk cId="717628826" sldId="282"/>
            <ac:spMk id="5" creationId="{B06AEB44-2085-DDD3-A2F5-080F577067EE}"/>
          </ac:spMkLst>
        </pc:spChg>
        <pc:spChg chg="add mod">
          <ac:chgData name="karre Anil kumar" userId="2ffb0b0ed73aafd1" providerId="LiveId" clId="{AC2599C3-8067-4B2E-9898-0C93BDFA470B}" dt="2026-03-13T11:39:16.673" v="772" actId="1076"/>
          <ac:spMkLst>
            <pc:docMk/>
            <pc:sldMk cId="717628826" sldId="282"/>
            <ac:spMk id="6" creationId="{563E6A99-4215-B52C-CD1B-AB9061496A62}"/>
          </ac:spMkLst>
        </pc:spChg>
        <pc:spChg chg="add mod">
          <ac:chgData name="karre Anil kumar" userId="2ffb0b0ed73aafd1" providerId="LiveId" clId="{AC2599C3-8067-4B2E-9898-0C93BDFA470B}" dt="2026-03-13T11:40:12.118" v="778" actId="1076"/>
          <ac:spMkLst>
            <pc:docMk/>
            <pc:sldMk cId="717628826" sldId="282"/>
            <ac:spMk id="11" creationId="{DD4AE4D1-5816-4A5D-857A-73C448D519EA}"/>
          </ac:spMkLst>
        </pc:spChg>
        <pc:picChg chg="add mod">
          <ac:chgData name="karre Anil kumar" userId="2ffb0b0ed73aafd1" providerId="LiveId" clId="{AC2599C3-8067-4B2E-9898-0C93BDFA470B}" dt="2026-03-13T11:39:12.774" v="771" actId="1076"/>
          <ac:picMkLst>
            <pc:docMk/>
            <pc:sldMk cId="717628826" sldId="282"/>
            <ac:picMk id="8" creationId="{A0488D75-5433-EC24-DDD1-9806B90EFA92}"/>
          </ac:picMkLst>
        </pc:picChg>
        <pc:picChg chg="add mod">
          <ac:chgData name="karre Anil kumar" userId="2ffb0b0ed73aafd1" providerId="LiveId" clId="{AC2599C3-8067-4B2E-9898-0C93BDFA470B}" dt="2026-03-13T11:38:54.245" v="768" actId="1076"/>
          <ac:picMkLst>
            <pc:docMk/>
            <pc:sldMk cId="717628826" sldId="282"/>
            <ac:picMk id="10" creationId="{B06202EC-666C-E3F1-F950-6355365E0A17}"/>
          </ac:picMkLst>
        </pc:picChg>
      </pc:sldChg>
      <pc:sldChg chg="addSp modSp new mod">
        <pc:chgData name="karre Anil kumar" userId="2ffb0b0ed73aafd1" providerId="LiveId" clId="{AC2599C3-8067-4B2E-9898-0C93BDFA470B}" dt="2026-03-13T11:44:24.655" v="804" actId="1076"/>
        <pc:sldMkLst>
          <pc:docMk/>
          <pc:sldMk cId="1424656524" sldId="283"/>
        </pc:sldMkLst>
        <pc:spChg chg="add mod">
          <ac:chgData name="karre Anil kumar" userId="2ffb0b0ed73aafd1" providerId="LiveId" clId="{AC2599C3-8067-4B2E-9898-0C93BDFA470B}" dt="2026-03-13T09:52:06.782" v="727" actId="255"/>
          <ac:spMkLst>
            <pc:docMk/>
            <pc:sldMk cId="1424656524" sldId="283"/>
            <ac:spMk id="2" creationId="{C907F789-D221-8901-85A9-ABF0597FF58D}"/>
          </ac:spMkLst>
        </pc:spChg>
        <pc:spChg chg="add mod">
          <ac:chgData name="karre Anil kumar" userId="2ffb0b0ed73aafd1" providerId="LiveId" clId="{AC2599C3-8067-4B2E-9898-0C93BDFA470B}" dt="2026-03-13T11:40:48.958" v="782" actId="255"/>
          <ac:spMkLst>
            <pc:docMk/>
            <pc:sldMk cId="1424656524" sldId="283"/>
            <ac:spMk id="3" creationId="{72F70BAF-64D3-FACF-DD5F-BD1C05820320}"/>
          </ac:spMkLst>
        </pc:spChg>
        <pc:spChg chg="add mod">
          <ac:chgData name="karre Anil kumar" userId="2ffb0b0ed73aafd1" providerId="LiveId" clId="{AC2599C3-8067-4B2E-9898-0C93BDFA470B}" dt="2026-03-13T11:41:27.826" v="788" actId="1076"/>
          <ac:spMkLst>
            <pc:docMk/>
            <pc:sldMk cId="1424656524" sldId="283"/>
            <ac:spMk id="4" creationId="{A44BCD77-AC00-0612-0F0F-C48D235D361C}"/>
          </ac:spMkLst>
        </pc:spChg>
        <pc:spChg chg="add mod">
          <ac:chgData name="karre Anil kumar" userId="2ffb0b0ed73aafd1" providerId="LiveId" clId="{AC2599C3-8067-4B2E-9898-0C93BDFA470B}" dt="2026-03-13T11:42:18.605" v="795" actId="1076"/>
          <ac:spMkLst>
            <pc:docMk/>
            <pc:sldMk cId="1424656524" sldId="283"/>
            <ac:spMk id="5" creationId="{2684E385-C9B1-B3C8-BBEA-E527267BEC23}"/>
          </ac:spMkLst>
        </pc:spChg>
        <pc:spChg chg="add mod">
          <ac:chgData name="karre Anil kumar" userId="2ffb0b0ed73aafd1" providerId="LiveId" clId="{AC2599C3-8067-4B2E-9898-0C93BDFA470B}" dt="2026-03-13T11:43:04.014" v="800" actId="1076"/>
          <ac:spMkLst>
            <pc:docMk/>
            <pc:sldMk cId="1424656524" sldId="283"/>
            <ac:spMk id="6" creationId="{DCA95A6F-5FF8-CAB0-657E-F3FDD536AD98}"/>
          </ac:spMkLst>
        </pc:spChg>
        <pc:picChg chg="add mod">
          <ac:chgData name="karre Anil kumar" userId="2ffb0b0ed73aafd1" providerId="LiveId" clId="{AC2599C3-8067-4B2E-9898-0C93BDFA470B}" dt="2026-03-13T11:44:01.274" v="802" actId="1076"/>
          <ac:picMkLst>
            <pc:docMk/>
            <pc:sldMk cId="1424656524" sldId="283"/>
            <ac:picMk id="8" creationId="{BB027844-43FE-88C9-FFD0-ECC3E714791C}"/>
          </ac:picMkLst>
        </pc:picChg>
        <pc:picChg chg="add mod">
          <ac:chgData name="karre Anil kumar" userId="2ffb0b0ed73aafd1" providerId="LiveId" clId="{AC2599C3-8067-4B2E-9898-0C93BDFA470B}" dt="2026-03-13T11:44:24.655" v="804" actId="1076"/>
          <ac:picMkLst>
            <pc:docMk/>
            <pc:sldMk cId="1424656524" sldId="283"/>
            <ac:picMk id="10" creationId="{8AA4427D-3355-0FBF-4912-BD2801311B85}"/>
          </ac:picMkLst>
        </pc:picChg>
      </pc:sldChg>
      <pc:sldChg chg="addSp delSp modSp new mod">
        <pc:chgData name="karre Anil kumar" userId="2ffb0b0ed73aafd1" providerId="LiveId" clId="{AC2599C3-8067-4B2E-9898-0C93BDFA470B}" dt="2026-03-13T11:49:45.366" v="837" actId="1076"/>
        <pc:sldMkLst>
          <pc:docMk/>
          <pc:sldMk cId="4249897008" sldId="284"/>
        </pc:sldMkLst>
        <pc:spChg chg="add mod">
          <ac:chgData name="karre Anil kumar" userId="2ffb0b0ed73aafd1" providerId="LiveId" clId="{AC2599C3-8067-4B2E-9898-0C93BDFA470B}" dt="2026-03-13T11:49:37.514" v="835" actId="1076"/>
          <ac:spMkLst>
            <pc:docMk/>
            <pc:sldMk cId="4249897008" sldId="284"/>
            <ac:spMk id="2" creationId="{19CEE63E-37A9-5550-93E7-0C728B679008}"/>
          </ac:spMkLst>
        </pc:spChg>
        <pc:spChg chg="add mod">
          <ac:chgData name="karre Anil kumar" userId="2ffb0b0ed73aafd1" providerId="LiveId" clId="{AC2599C3-8067-4B2E-9898-0C93BDFA470B}" dt="2026-03-13T11:49:42.656" v="836" actId="1076"/>
          <ac:spMkLst>
            <pc:docMk/>
            <pc:sldMk cId="4249897008" sldId="284"/>
            <ac:spMk id="4" creationId="{A0440FCE-999C-9FBD-A8D6-80F3141C7E1B}"/>
          </ac:spMkLst>
        </pc:spChg>
        <pc:spChg chg="add mod">
          <ac:chgData name="karre Anil kumar" userId="2ffb0b0ed73aafd1" providerId="LiveId" clId="{AC2599C3-8067-4B2E-9898-0C93BDFA470B}" dt="2026-03-13T11:45:18.583" v="808"/>
          <ac:spMkLst>
            <pc:docMk/>
            <pc:sldMk cId="4249897008" sldId="284"/>
            <ac:spMk id="5" creationId="{C5DA577E-3DE6-1A48-402F-24E8E1013DA9}"/>
          </ac:spMkLst>
        </pc:spChg>
        <pc:spChg chg="add mod">
          <ac:chgData name="karre Anil kumar" userId="2ffb0b0ed73aafd1" providerId="LiveId" clId="{AC2599C3-8067-4B2E-9898-0C93BDFA470B}" dt="2026-03-13T11:45:18.583" v="808"/>
          <ac:spMkLst>
            <pc:docMk/>
            <pc:sldMk cId="4249897008" sldId="284"/>
            <ac:spMk id="6" creationId="{45CFC733-8414-291C-DD75-735A0BBE458B}"/>
          </ac:spMkLst>
        </pc:spChg>
        <pc:spChg chg="add mod">
          <ac:chgData name="karre Anil kumar" userId="2ffb0b0ed73aafd1" providerId="LiveId" clId="{AC2599C3-8067-4B2E-9898-0C93BDFA470B}" dt="2026-03-13T11:49:14.755" v="834" actId="1076"/>
          <ac:spMkLst>
            <pc:docMk/>
            <pc:sldMk cId="4249897008" sldId="284"/>
            <ac:spMk id="14" creationId="{CDB3EF2B-6138-9410-852B-44D8F68B24F0}"/>
          </ac:spMkLst>
        </pc:spChg>
        <pc:picChg chg="add mod">
          <ac:chgData name="karre Anil kumar" userId="2ffb0b0ed73aafd1" providerId="LiveId" clId="{AC2599C3-8067-4B2E-9898-0C93BDFA470B}" dt="2026-03-13T11:49:45.366" v="837" actId="1076"/>
          <ac:picMkLst>
            <pc:docMk/>
            <pc:sldMk cId="4249897008" sldId="284"/>
            <ac:picMk id="11" creationId="{1A85B848-C18C-695E-3A9C-CC128980233C}"/>
          </ac:picMkLst>
        </pc:picChg>
        <pc:picChg chg="add mod">
          <ac:chgData name="karre Anil kumar" userId="2ffb0b0ed73aafd1" providerId="LiveId" clId="{AC2599C3-8067-4B2E-9898-0C93BDFA470B}" dt="2026-03-13T11:47:49.091" v="829" actId="1076"/>
          <ac:picMkLst>
            <pc:docMk/>
            <pc:sldMk cId="4249897008" sldId="284"/>
            <ac:picMk id="13" creationId="{1454B3B7-6809-A025-8130-3D6D198F3CCF}"/>
          </ac:picMkLst>
        </pc:picChg>
      </pc:sldChg>
      <pc:sldChg chg="addSp delSp modSp new mod">
        <pc:chgData name="karre Anil kumar" userId="2ffb0b0ed73aafd1" providerId="LiveId" clId="{AC2599C3-8067-4B2E-9898-0C93BDFA470B}" dt="2026-03-13T11:54:30.801" v="853" actId="1076"/>
        <pc:sldMkLst>
          <pc:docMk/>
          <pc:sldMk cId="3792761396" sldId="285"/>
        </pc:sldMkLst>
        <pc:spChg chg="add mod">
          <ac:chgData name="karre Anil kumar" userId="2ffb0b0ed73aafd1" providerId="LiveId" clId="{AC2599C3-8067-4B2E-9898-0C93BDFA470B}" dt="2026-03-13T11:54:27.819" v="852" actId="1076"/>
          <ac:spMkLst>
            <pc:docMk/>
            <pc:sldMk cId="3792761396" sldId="285"/>
            <ac:spMk id="2" creationId="{EBCCFFB6-AE7D-30D5-806A-394DA324BEA8}"/>
          </ac:spMkLst>
        </pc:spChg>
        <pc:spChg chg="add mod">
          <ac:chgData name="karre Anil kumar" userId="2ffb0b0ed73aafd1" providerId="LiveId" clId="{AC2599C3-8067-4B2E-9898-0C93BDFA470B}" dt="2026-03-13T11:54:30.801" v="853" actId="1076"/>
          <ac:spMkLst>
            <pc:docMk/>
            <pc:sldMk cId="3792761396" sldId="285"/>
            <ac:spMk id="3" creationId="{C90EE070-0F32-0E00-07B6-D78594973264}"/>
          </ac:spMkLst>
        </pc:spChg>
        <pc:spChg chg="add mod">
          <ac:chgData name="karre Anil kumar" userId="2ffb0b0ed73aafd1" providerId="LiveId" clId="{AC2599C3-8067-4B2E-9898-0C93BDFA470B}" dt="2026-03-13T11:45:46.104" v="816"/>
          <ac:spMkLst>
            <pc:docMk/>
            <pc:sldMk cId="3792761396" sldId="285"/>
            <ac:spMk id="4" creationId="{662E869C-8531-FB14-F195-C28472D05C1C}"/>
          </ac:spMkLst>
        </pc:spChg>
        <pc:spChg chg="add mod">
          <ac:chgData name="karre Anil kumar" userId="2ffb0b0ed73aafd1" providerId="LiveId" clId="{AC2599C3-8067-4B2E-9898-0C93BDFA470B}" dt="2026-03-13T11:45:46.104" v="816"/>
          <ac:spMkLst>
            <pc:docMk/>
            <pc:sldMk cId="3792761396" sldId="285"/>
            <ac:spMk id="5" creationId="{F14B4D95-8560-131F-B796-87EC39AC312D}"/>
          </ac:spMkLst>
        </pc:spChg>
        <pc:spChg chg="add mod">
          <ac:chgData name="karre Anil kumar" userId="2ffb0b0ed73aafd1" providerId="LiveId" clId="{AC2599C3-8067-4B2E-9898-0C93BDFA470B}" dt="2026-03-13T11:54:18.010" v="851" actId="1076"/>
          <ac:spMkLst>
            <pc:docMk/>
            <pc:sldMk cId="3792761396" sldId="285"/>
            <ac:spMk id="13" creationId="{6FA77A15-5DAD-CF8B-2635-61B2E2A6565E}"/>
          </ac:spMkLst>
        </pc:spChg>
        <pc:picChg chg="add mod">
          <ac:chgData name="karre Anil kumar" userId="2ffb0b0ed73aafd1" providerId="LiveId" clId="{AC2599C3-8067-4B2E-9898-0C93BDFA470B}" dt="2026-03-13T11:52:57.821" v="839" actId="1076"/>
          <ac:picMkLst>
            <pc:docMk/>
            <pc:sldMk cId="3792761396" sldId="285"/>
            <ac:picMk id="10" creationId="{26B3D795-AA2B-CD7A-1F7E-BD75A1DF9AF9}"/>
          </ac:picMkLst>
        </pc:picChg>
        <pc:picChg chg="add mod">
          <ac:chgData name="karre Anil kumar" userId="2ffb0b0ed73aafd1" providerId="LiveId" clId="{AC2599C3-8067-4B2E-9898-0C93BDFA470B}" dt="2026-03-13T11:53:09.621" v="841" actId="1076"/>
          <ac:picMkLst>
            <pc:docMk/>
            <pc:sldMk cId="3792761396" sldId="285"/>
            <ac:picMk id="12" creationId="{93930446-C6C5-CBE0-FFA2-5DDB2AEAC1D2}"/>
          </ac:picMkLst>
        </pc:picChg>
      </pc:sldChg>
      <pc:sldChg chg="addSp delSp modSp new mod">
        <pc:chgData name="karre Anil kumar" userId="2ffb0b0ed73aafd1" providerId="LiveId" clId="{AC2599C3-8067-4B2E-9898-0C93BDFA470B}" dt="2026-03-13T13:06:38.041" v="1189" actId="255"/>
        <pc:sldMkLst>
          <pc:docMk/>
          <pc:sldMk cId="3070466365" sldId="286"/>
        </pc:sldMkLst>
        <pc:spChg chg="add mod">
          <ac:chgData name="karre Anil kumar" userId="2ffb0b0ed73aafd1" providerId="LiveId" clId="{AC2599C3-8067-4B2E-9898-0C93BDFA470B}" dt="2026-03-13T09:54:22.252" v="748" actId="14100"/>
          <ac:spMkLst>
            <pc:docMk/>
            <pc:sldMk cId="3070466365" sldId="286"/>
            <ac:spMk id="2" creationId="{04A5452D-A50E-1ACC-CE09-D1D8EB34BE37}"/>
          </ac:spMkLst>
        </pc:spChg>
        <pc:spChg chg="add mod">
          <ac:chgData name="karre Anil kumar" userId="2ffb0b0ed73aafd1" providerId="LiveId" clId="{AC2599C3-8067-4B2E-9898-0C93BDFA470B}" dt="2026-03-13T11:59:39.354" v="876" actId="1076"/>
          <ac:spMkLst>
            <pc:docMk/>
            <pc:sldMk cId="3070466365" sldId="286"/>
            <ac:spMk id="3" creationId="{3EB55C67-D899-4549-07D9-FAC53CE276D1}"/>
          </ac:spMkLst>
        </pc:spChg>
        <pc:spChg chg="add mod">
          <ac:chgData name="karre Anil kumar" userId="2ffb0b0ed73aafd1" providerId="LiveId" clId="{AC2599C3-8067-4B2E-9898-0C93BDFA470B}" dt="2026-03-13T11:45:58.595" v="820"/>
          <ac:spMkLst>
            <pc:docMk/>
            <pc:sldMk cId="3070466365" sldId="286"/>
            <ac:spMk id="4" creationId="{6F69BF3B-4EF8-7F0D-2572-F654B35633BD}"/>
          </ac:spMkLst>
        </pc:spChg>
        <pc:spChg chg="add mod">
          <ac:chgData name="karre Anil kumar" userId="2ffb0b0ed73aafd1" providerId="LiveId" clId="{AC2599C3-8067-4B2E-9898-0C93BDFA470B}" dt="2026-03-13T11:45:58.595" v="820"/>
          <ac:spMkLst>
            <pc:docMk/>
            <pc:sldMk cId="3070466365" sldId="286"/>
            <ac:spMk id="5" creationId="{D47F6BCD-5FB7-ABCC-8AE0-E4DF413631D9}"/>
          </ac:spMkLst>
        </pc:spChg>
        <pc:spChg chg="add mod">
          <ac:chgData name="karre Anil kumar" userId="2ffb0b0ed73aafd1" providerId="LiveId" clId="{AC2599C3-8067-4B2E-9898-0C93BDFA470B}" dt="2026-03-13T11:56:44.555" v="862" actId="1076"/>
          <ac:spMkLst>
            <pc:docMk/>
            <pc:sldMk cId="3070466365" sldId="286"/>
            <ac:spMk id="13" creationId="{0FDA2A25-B412-F44D-3F01-5709811EE6C8}"/>
          </ac:spMkLst>
        </pc:spChg>
        <pc:spChg chg="add mod">
          <ac:chgData name="karre Anil kumar" userId="2ffb0b0ed73aafd1" providerId="LiveId" clId="{AC2599C3-8067-4B2E-9898-0C93BDFA470B}" dt="2026-03-13T13:06:38.041" v="1189" actId="255"/>
          <ac:spMkLst>
            <pc:docMk/>
            <pc:sldMk cId="3070466365" sldId="286"/>
            <ac:spMk id="14" creationId="{A015BB7F-489F-9391-EEA4-29C040F081CF}"/>
          </ac:spMkLst>
        </pc:spChg>
        <pc:picChg chg="add mod">
          <ac:chgData name="karre Anil kumar" userId="2ffb0b0ed73aafd1" providerId="LiveId" clId="{AC2599C3-8067-4B2E-9898-0C93BDFA470B}" dt="2026-03-13T11:55:49.653" v="855" actId="1076"/>
          <ac:picMkLst>
            <pc:docMk/>
            <pc:sldMk cId="3070466365" sldId="286"/>
            <ac:picMk id="10" creationId="{15926D2F-DA91-0383-707D-1D061ACA4CC5}"/>
          </ac:picMkLst>
        </pc:picChg>
        <pc:picChg chg="add mod">
          <ac:chgData name="karre Anil kumar" userId="2ffb0b0ed73aafd1" providerId="LiveId" clId="{AC2599C3-8067-4B2E-9898-0C93BDFA470B}" dt="2026-03-13T11:56:04.762" v="857" actId="1076"/>
          <ac:picMkLst>
            <pc:docMk/>
            <pc:sldMk cId="3070466365" sldId="286"/>
            <ac:picMk id="12" creationId="{88022839-B2F8-DEDF-4ED5-7CCA1E58B2F8}"/>
          </ac:picMkLst>
        </pc:picChg>
      </pc:sldChg>
      <pc:sldChg chg="addSp delSp modSp new mod">
        <pc:chgData name="karre Anil kumar" userId="2ffb0b0ed73aafd1" providerId="LiveId" clId="{AC2599C3-8067-4B2E-9898-0C93BDFA470B}" dt="2026-03-13T12:19:55.131" v="938" actId="1076"/>
        <pc:sldMkLst>
          <pc:docMk/>
          <pc:sldMk cId="2704856176" sldId="287"/>
        </pc:sldMkLst>
        <pc:spChg chg="add mod">
          <ac:chgData name="karre Anil kumar" userId="2ffb0b0ed73aafd1" providerId="LiveId" clId="{AC2599C3-8067-4B2E-9898-0C93BDFA470B}" dt="2026-03-13T11:58:34.266" v="874" actId="1076"/>
          <ac:spMkLst>
            <pc:docMk/>
            <pc:sldMk cId="2704856176" sldId="287"/>
            <ac:spMk id="2" creationId="{47FDAE3D-28AA-B671-0D93-D654D2EA0B14}"/>
          </ac:spMkLst>
        </pc:spChg>
        <pc:spChg chg="add mod">
          <ac:chgData name="karre Anil kumar" userId="2ffb0b0ed73aafd1" providerId="LiveId" clId="{AC2599C3-8067-4B2E-9898-0C93BDFA470B}" dt="2026-03-13T12:00:25.051" v="885" actId="1076"/>
          <ac:spMkLst>
            <pc:docMk/>
            <pc:sldMk cId="2704856176" sldId="287"/>
            <ac:spMk id="3" creationId="{6ACB7622-56E2-E717-6B01-8454AA36FA8E}"/>
          </ac:spMkLst>
        </pc:spChg>
        <pc:spChg chg="add mod">
          <ac:chgData name="karre Anil kumar" userId="2ffb0b0ed73aafd1" providerId="LiveId" clId="{AC2599C3-8067-4B2E-9898-0C93BDFA470B}" dt="2026-03-13T12:00:21.561" v="884" actId="1076"/>
          <ac:spMkLst>
            <pc:docMk/>
            <pc:sldMk cId="2704856176" sldId="287"/>
            <ac:spMk id="4" creationId="{17E55E32-4536-6076-7567-A59621114A2B}"/>
          </ac:spMkLst>
        </pc:spChg>
        <pc:spChg chg="add mod">
          <ac:chgData name="karre Anil kumar" userId="2ffb0b0ed73aafd1" providerId="LiveId" clId="{AC2599C3-8067-4B2E-9898-0C93BDFA470B}" dt="2026-03-13T12:00:18.530" v="883" actId="1076"/>
          <ac:spMkLst>
            <pc:docMk/>
            <pc:sldMk cId="2704856176" sldId="287"/>
            <ac:spMk id="5" creationId="{06026AA8-625D-434E-867F-E3930095F056}"/>
          </ac:spMkLst>
        </pc:spChg>
        <pc:spChg chg="add mod">
          <ac:chgData name="karre Anil kumar" userId="2ffb0b0ed73aafd1" providerId="LiveId" clId="{AC2599C3-8067-4B2E-9898-0C93BDFA470B}" dt="2026-03-13T12:18:34.652" v="933" actId="1076"/>
          <ac:spMkLst>
            <pc:docMk/>
            <pc:sldMk cId="2704856176" sldId="287"/>
            <ac:spMk id="9" creationId="{590D219B-7498-580F-9353-5FDB6E5678EE}"/>
          </ac:spMkLst>
        </pc:spChg>
        <pc:spChg chg="add mod">
          <ac:chgData name="karre Anil kumar" userId="2ffb0b0ed73aafd1" providerId="LiveId" clId="{AC2599C3-8067-4B2E-9898-0C93BDFA470B}" dt="2026-03-13T12:19:55.131" v="938" actId="1076"/>
          <ac:spMkLst>
            <pc:docMk/>
            <pc:sldMk cId="2704856176" sldId="287"/>
            <ac:spMk id="14" creationId="{7E29ED94-C41D-FC12-F111-7203333958A8}"/>
          </ac:spMkLst>
        </pc:spChg>
        <pc:picChg chg="add mod">
          <ac:chgData name="karre Anil kumar" userId="2ffb0b0ed73aafd1" providerId="LiveId" clId="{AC2599C3-8067-4B2E-9898-0C93BDFA470B}" dt="2026-03-13T12:18:15.574" v="930" actId="1076"/>
          <ac:picMkLst>
            <pc:docMk/>
            <pc:sldMk cId="2704856176" sldId="287"/>
            <ac:picMk id="11" creationId="{257F8D37-9CA7-496F-06D5-A2C20EF23185}"/>
          </ac:picMkLst>
        </pc:picChg>
        <pc:picChg chg="add mod">
          <ac:chgData name="karre Anil kumar" userId="2ffb0b0ed73aafd1" providerId="LiveId" clId="{AC2599C3-8067-4B2E-9898-0C93BDFA470B}" dt="2026-03-13T12:18:30.149" v="932" actId="1076"/>
          <ac:picMkLst>
            <pc:docMk/>
            <pc:sldMk cId="2704856176" sldId="287"/>
            <ac:picMk id="13" creationId="{B6C21CBE-873B-D746-A8F7-8F2BD36C375C}"/>
          </ac:picMkLst>
        </pc:picChg>
      </pc:sldChg>
      <pc:sldChg chg="addSp delSp modSp new mod">
        <pc:chgData name="karre Anil kumar" userId="2ffb0b0ed73aafd1" providerId="LiveId" clId="{AC2599C3-8067-4B2E-9898-0C93BDFA470B}" dt="2026-03-13T12:28:10.546" v="954" actId="255"/>
        <pc:sldMkLst>
          <pc:docMk/>
          <pc:sldMk cId="1428623503" sldId="288"/>
        </pc:sldMkLst>
        <pc:spChg chg="add mod">
          <ac:chgData name="karre Anil kumar" userId="2ffb0b0ed73aafd1" providerId="LiveId" clId="{AC2599C3-8067-4B2E-9898-0C93BDFA470B}" dt="2026-03-13T12:00:32.974" v="886"/>
          <ac:spMkLst>
            <pc:docMk/>
            <pc:sldMk cId="1428623503" sldId="288"/>
            <ac:spMk id="2" creationId="{CE00223E-A947-3D13-C127-BE1C72A58694}"/>
          </ac:spMkLst>
        </pc:spChg>
        <pc:spChg chg="add mod">
          <ac:chgData name="karre Anil kumar" userId="2ffb0b0ed73aafd1" providerId="LiveId" clId="{AC2599C3-8067-4B2E-9898-0C93BDFA470B}" dt="2026-03-13T12:00:32.974" v="886"/>
          <ac:spMkLst>
            <pc:docMk/>
            <pc:sldMk cId="1428623503" sldId="288"/>
            <ac:spMk id="3" creationId="{14DB854B-B911-D21B-57F8-2B6C93A24A2C}"/>
          </ac:spMkLst>
        </pc:spChg>
        <pc:spChg chg="add mod">
          <ac:chgData name="karre Anil kumar" userId="2ffb0b0ed73aafd1" providerId="LiveId" clId="{AC2599C3-8067-4B2E-9898-0C93BDFA470B}" dt="2026-03-13T12:00:32.974" v="886"/>
          <ac:spMkLst>
            <pc:docMk/>
            <pc:sldMk cId="1428623503" sldId="288"/>
            <ac:spMk id="4" creationId="{ED447802-FF6C-65D4-30DE-B1CF6F8B6B63}"/>
          </ac:spMkLst>
        </pc:spChg>
        <pc:spChg chg="add mod">
          <ac:chgData name="karre Anil kumar" userId="2ffb0b0ed73aafd1" providerId="LiveId" clId="{AC2599C3-8067-4B2E-9898-0C93BDFA470B}" dt="2026-03-13T12:03:19.156" v="909" actId="1076"/>
          <ac:spMkLst>
            <pc:docMk/>
            <pc:sldMk cId="1428623503" sldId="288"/>
            <ac:spMk id="8" creationId="{CDD8F67F-398F-1742-B2F4-5F04EFF57A34}"/>
          </ac:spMkLst>
        </pc:spChg>
        <pc:spChg chg="add mod">
          <ac:chgData name="karre Anil kumar" userId="2ffb0b0ed73aafd1" providerId="LiveId" clId="{AC2599C3-8067-4B2E-9898-0C93BDFA470B}" dt="2026-03-13T12:28:10.546" v="954" actId="255"/>
          <ac:spMkLst>
            <pc:docMk/>
            <pc:sldMk cId="1428623503" sldId="288"/>
            <ac:spMk id="13" creationId="{2923CB6E-47E6-59F7-3872-FCE6521BC219}"/>
          </ac:spMkLst>
        </pc:spChg>
        <pc:picChg chg="add mod">
          <ac:chgData name="karre Anil kumar" userId="2ffb0b0ed73aafd1" providerId="LiveId" clId="{AC2599C3-8067-4B2E-9898-0C93BDFA470B}" dt="2026-03-13T12:20:49.480" v="940" actId="1076"/>
          <ac:picMkLst>
            <pc:docMk/>
            <pc:sldMk cId="1428623503" sldId="288"/>
            <ac:picMk id="10" creationId="{E2505035-2EA1-D6F5-3FD4-50C3D9CD9D16}"/>
          </ac:picMkLst>
        </pc:picChg>
        <pc:picChg chg="add mod">
          <ac:chgData name="karre Anil kumar" userId="2ffb0b0ed73aafd1" providerId="LiveId" clId="{AC2599C3-8067-4B2E-9898-0C93BDFA470B}" dt="2026-03-13T12:21:10.393" v="942" actId="1076"/>
          <ac:picMkLst>
            <pc:docMk/>
            <pc:sldMk cId="1428623503" sldId="288"/>
            <ac:picMk id="12" creationId="{03C34FE6-70CD-DAFE-65A2-90A5AF0A841B}"/>
          </ac:picMkLst>
        </pc:picChg>
      </pc:sldChg>
      <pc:sldChg chg="addSp modSp new mod">
        <pc:chgData name="karre Anil kumar" userId="2ffb0b0ed73aafd1" providerId="LiveId" clId="{AC2599C3-8067-4B2E-9898-0C93BDFA470B}" dt="2026-03-13T12:28:51.167" v="959" actId="1076"/>
        <pc:sldMkLst>
          <pc:docMk/>
          <pc:sldMk cId="2475628589" sldId="289"/>
        </pc:sldMkLst>
        <pc:spChg chg="add mod">
          <ac:chgData name="karre Anil kumar" userId="2ffb0b0ed73aafd1" providerId="LiveId" clId="{AC2599C3-8067-4B2E-9898-0C93BDFA470B}" dt="2026-03-13T12:16:26.581" v="919" actId="1076"/>
          <ac:spMkLst>
            <pc:docMk/>
            <pc:sldMk cId="2475628589" sldId="289"/>
            <ac:spMk id="2" creationId="{38BCF2B3-2D32-E578-15E6-58672C59006B}"/>
          </ac:spMkLst>
        </pc:spChg>
        <pc:spChg chg="add mod">
          <ac:chgData name="karre Anil kumar" userId="2ffb0b0ed73aafd1" providerId="LiveId" clId="{AC2599C3-8067-4B2E-9898-0C93BDFA470B}" dt="2026-03-13T12:16:18.159" v="918"/>
          <ac:spMkLst>
            <pc:docMk/>
            <pc:sldMk cId="2475628589" sldId="289"/>
            <ac:spMk id="3" creationId="{64D68F3F-08EB-F06B-0E7A-121530772F2C}"/>
          </ac:spMkLst>
        </pc:spChg>
        <pc:spChg chg="add mod">
          <ac:chgData name="karre Anil kumar" userId="2ffb0b0ed73aafd1" providerId="LiveId" clId="{AC2599C3-8067-4B2E-9898-0C93BDFA470B}" dt="2026-03-13T12:16:18.159" v="918"/>
          <ac:spMkLst>
            <pc:docMk/>
            <pc:sldMk cId="2475628589" sldId="289"/>
            <ac:spMk id="4" creationId="{391E9794-4F3B-1BF9-AC1A-8E8700C76F4E}"/>
          </ac:spMkLst>
        </pc:spChg>
        <pc:spChg chg="add mod">
          <ac:chgData name="karre Anil kumar" userId="2ffb0b0ed73aafd1" providerId="LiveId" clId="{AC2599C3-8067-4B2E-9898-0C93BDFA470B}" dt="2026-03-13T12:16:18.159" v="918"/>
          <ac:spMkLst>
            <pc:docMk/>
            <pc:sldMk cId="2475628589" sldId="289"/>
            <ac:spMk id="5" creationId="{88D4C221-7581-437D-FBF1-53374FE8F561}"/>
          </ac:spMkLst>
        </pc:spChg>
        <pc:spChg chg="add mod">
          <ac:chgData name="karre Anil kumar" userId="2ffb0b0ed73aafd1" providerId="LiveId" clId="{AC2599C3-8067-4B2E-9898-0C93BDFA470B}" dt="2026-03-13T12:28:51.167" v="959" actId="1076"/>
          <ac:spMkLst>
            <pc:docMk/>
            <pc:sldMk cId="2475628589" sldId="289"/>
            <ac:spMk id="10" creationId="{0DD6E3E7-4D67-3C00-5D4C-9F34C947E54F}"/>
          </ac:spMkLst>
        </pc:spChg>
        <pc:picChg chg="add mod">
          <ac:chgData name="karre Anil kumar" userId="2ffb0b0ed73aafd1" providerId="LiveId" clId="{AC2599C3-8067-4B2E-9898-0C93BDFA470B}" dt="2026-03-13T12:26:42.304" v="949" actId="1076"/>
          <ac:picMkLst>
            <pc:docMk/>
            <pc:sldMk cId="2475628589" sldId="289"/>
            <ac:picMk id="7" creationId="{2E915A09-E4BA-61DD-607F-A8D41DB88496}"/>
          </ac:picMkLst>
        </pc:picChg>
        <pc:picChg chg="add mod">
          <ac:chgData name="karre Anil kumar" userId="2ffb0b0ed73aafd1" providerId="LiveId" clId="{AC2599C3-8067-4B2E-9898-0C93BDFA470B}" dt="2026-03-13T12:27:01.505" v="951" actId="1076"/>
          <ac:picMkLst>
            <pc:docMk/>
            <pc:sldMk cId="2475628589" sldId="289"/>
            <ac:picMk id="9" creationId="{32717A91-9FEA-C122-271E-FA0D53B0B587}"/>
          </ac:picMkLst>
        </pc:picChg>
      </pc:sldChg>
      <pc:sldChg chg="addSp modSp new mod">
        <pc:chgData name="karre Anil kumar" userId="2ffb0b0ed73aafd1" providerId="LiveId" clId="{AC2599C3-8067-4B2E-9898-0C93BDFA470B}" dt="2026-03-13T13:07:58.071" v="1196" actId="255"/>
        <pc:sldMkLst>
          <pc:docMk/>
          <pc:sldMk cId="1534688689" sldId="290"/>
        </pc:sldMkLst>
        <pc:spChg chg="add mod">
          <ac:chgData name="karre Anil kumar" userId="2ffb0b0ed73aafd1" providerId="LiveId" clId="{AC2599C3-8067-4B2E-9898-0C93BDFA470B}" dt="2026-03-13T12:29:48.442" v="965" actId="1076"/>
          <ac:spMkLst>
            <pc:docMk/>
            <pc:sldMk cId="1534688689" sldId="290"/>
            <ac:spMk id="2" creationId="{00513C6F-7CD8-2488-773C-39E4FD8564DF}"/>
          </ac:spMkLst>
        </pc:spChg>
        <pc:spChg chg="add mod">
          <ac:chgData name="karre Anil kumar" userId="2ffb0b0ed73aafd1" providerId="LiveId" clId="{AC2599C3-8067-4B2E-9898-0C93BDFA470B}" dt="2026-03-13T12:29:52.739" v="966" actId="1076"/>
          <ac:spMkLst>
            <pc:docMk/>
            <pc:sldMk cId="1534688689" sldId="290"/>
            <ac:spMk id="3" creationId="{ABCEF7FF-620C-D979-EF42-8F4DBB379BD4}"/>
          </ac:spMkLst>
        </pc:spChg>
        <pc:spChg chg="add mod">
          <ac:chgData name="karre Anil kumar" userId="2ffb0b0ed73aafd1" providerId="LiveId" clId="{AC2599C3-8067-4B2E-9898-0C93BDFA470B}" dt="2026-03-13T12:16:42.783" v="920"/>
          <ac:spMkLst>
            <pc:docMk/>
            <pc:sldMk cId="1534688689" sldId="290"/>
            <ac:spMk id="4" creationId="{1F2F3E9D-DB46-A3EA-9E05-8CC8633822B5}"/>
          </ac:spMkLst>
        </pc:spChg>
        <pc:spChg chg="add mod">
          <ac:chgData name="karre Anil kumar" userId="2ffb0b0ed73aafd1" providerId="LiveId" clId="{AC2599C3-8067-4B2E-9898-0C93BDFA470B}" dt="2026-03-13T12:17:13.185" v="928" actId="14100"/>
          <ac:spMkLst>
            <pc:docMk/>
            <pc:sldMk cId="1534688689" sldId="290"/>
            <ac:spMk id="5" creationId="{BD3A457A-0DC8-D61C-7ADE-94AFC6B701B8}"/>
          </ac:spMkLst>
        </pc:spChg>
        <pc:spChg chg="add mod">
          <ac:chgData name="karre Anil kumar" userId="2ffb0b0ed73aafd1" providerId="LiveId" clId="{AC2599C3-8067-4B2E-9898-0C93BDFA470B}" dt="2026-03-13T12:29:36.182" v="964" actId="1076"/>
          <ac:spMkLst>
            <pc:docMk/>
            <pc:sldMk cId="1534688689" sldId="290"/>
            <ac:spMk id="6" creationId="{599C0FDB-45ED-A427-8B84-D462B265321C}"/>
          </ac:spMkLst>
        </pc:spChg>
        <pc:spChg chg="add mod">
          <ac:chgData name="karre Anil kumar" userId="2ffb0b0ed73aafd1" providerId="LiveId" clId="{AC2599C3-8067-4B2E-9898-0C93BDFA470B}" dt="2026-03-13T13:07:58.071" v="1196" actId="255"/>
          <ac:spMkLst>
            <pc:docMk/>
            <pc:sldMk cId="1534688689" sldId="290"/>
            <ac:spMk id="11" creationId="{8B14C12E-8DC2-A3C9-7911-5B1CA0674A3B}"/>
          </ac:spMkLst>
        </pc:spChg>
        <pc:picChg chg="add mod">
          <ac:chgData name="karre Anil kumar" userId="2ffb0b0ed73aafd1" providerId="LiveId" clId="{AC2599C3-8067-4B2E-9898-0C93BDFA470B}" dt="2026-03-13T12:30:47.132" v="968" actId="1076"/>
          <ac:picMkLst>
            <pc:docMk/>
            <pc:sldMk cId="1534688689" sldId="290"/>
            <ac:picMk id="8" creationId="{05E6EA00-2874-2135-2038-6AB996699A39}"/>
          </ac:picMkLst>
        </pc:picChg>
        <pc:picChg chg="add mod">
          <ac:chgData name="karre Anil kumar" userId="2ffb0b0ed73aafd1" providerId="LiveId" clId="{AC2599C3-8067-4B2E-9898-0C93BDFA470B}" dt="2026-03-13T12:31:12.664" v="970" actId="1076"/>
          <ac:picMkLst>
            <pc:docMk/>
            <pc:sldMk cId="1534688689" sldId="290"/>
            <ac:picMk id="10" creationId="{17D582C7-F8BF-AC7C-144F-358E69DF5D2B}"/>
          </ac:picMkLst>
        </pc:picChg>
      </pc:sldChg>
      <pc:sldChg chg="addSp delSp modSp new mod">
        <pc:chgData name="karre Anil kumar" userId="2ffb0b0ed73aafd1" providerId="LiveId" clId="{AC2599C3-8067-4B2E-9898-0C93BDFA470B}" dt="2026-03-13T12:39:48.483" v="1045" actId="1076"/>
        <pc:sldMkLst>
          <pc:docMk/>
          <pc:sldMk cId="1794715602" sldId="291"/>
        </pc:sldMkLst>
        <pc:spChg chg="add mod">
          <ac:chgData name="karre Anil kumar" userId="2ffb0b0ed73aafd1" providerId="LiveId" clId="{AC2599C3-8067-4B2E-9898-0C93BDFA470B}" dt="2026-03-13T12:36:35.720" v="1020" actId="1076"/>
          <ac:spMkLst>
            <pc:docMk/>
            <pc:sldMk cId="1794715602" sldId="291"/>
            <ac:spMk id="2" creationId="{450671CA-80C6-3DA6-8A42-62C2B5164DA1}"/>
          </ac:spMkLst>
        </pc:spChg>
        <pc:spChg chg="add mod">
          <ac:chgData name="karre Anil kumar" userId="2ffb0b0ed73aafd1" providerId="LiveId" clId="{AC2599C3-8067-4B2E-9898-0C93BDFA470B}" dt="2026-03-13T12:36:33.366" v="1019" actId="1076"/>
          <ac:spMkLst>
            <pc:docMk/>
            <pc:sldMk cId="1794715602" sldId="291"/>
            <ac:spMk id="3" creationId="{797CF5B7-79B5-E5FE-268B-BA71363D4BA5}"/>
          </ac:spMkLst>
        </pc:spChg>
        <pc:spChg chg="add mod">
          <ac:chgData name="karre Anil kumar" userId="2ffb0b0ed73aafd1" providerId="LiveId" clId="{AC2599C3-8067-4B2E-9898-0C93BDFA470B}" dt="2026-03-13T12:38:37.439" v="1035" actId="1076"/>
          <ac:spMkLst>
            <pc:docMk/>
            <pc:sldMk cId="1794715602" sldId="291"/>
            <ac:spMk id="4" creationId="{E88A0036-F64D-FF6D-0766-303AD69DBA26}"/>
          </ac:spMkLst>
        </pc:spChg>
        <pc:spChg chg="add mod">
          <ac:chgData name="karre Anil kumar" userId="2ffb0b0ed73aafd1" providerId="LiveId" clId="{AC2599C3-8067-4B2E-9898-0C93BDFA470B}" dt="2026-03-13T12:38:41.792" v="1036" actId="1076"/>
          <ac:spMkLst>
            <pc:docMk/>
            <pc:sldMk cId="1794715602" sldId="291"/>
            <ac:spMk id="5" creationId="{8DBD05B6-53E7-B883-91B8-E45C88622671}"/>
          </ac:spMkLst>
        </pc:spChg>
        <pc:spChg chg="add mod">
          <ac:chgData name="karre Anil kumar" userId="2ffb0b0ed73aafd1" providerId="LiveId" clId="{AC2599C3-8067-4B2E-9898-0C93BDFA470B}" dt="2026-03-13T12:36:15.437" v="1015"/>
          <ac:spMkLst>
            <pc:docMk/>
            <pc:sldMk cId="1794715602" sldId="291"/>
            <ac:spMk id="6" creationId="{8D2D3645-82AA-FA54-FD5D-E33AA19AB2D5}"/>
          </ac:spMkLst>
        </pc:spChg>
        <pc:spChg chg="add mod">
          <ac:chgData name="karre Anil kumar" userId="2ffb0b0ed73aafd1" providerId="LiveId" clId="{AC2599C3-8067-4B2E-9898-0C93BDFA470B}" dt="2026-03-13T12:39:48.483" v="1045" actId="1076"/>
          <ac:spMkLst>
            <pc:docMk/>
            <pc:sldMk cId="1794715602" sldId="291"/>
            <ac:spMk id="14" creationId="{B176176D-D0A2-DB04-3FFC-57661A95B77B}"/>
          </ac:spMkLst>
        </pc:spChg>
        <pc:picChg chg="add mod">
          <ac:chgData name="karre Anil kumar" userId="2ffb0b0ed73aafd1" providerId="LiveId" clId="{AC2599C3-8067-4B2E-9898-0C93BDFA470B}" dt="2026-03-13T12:38:56.525" v="1038" actId="1076"/>
          <ac:picMkLst>
            <pc:docMk/>
            <pc:sldMk cId="1794715602" sldId="291"/>
            <ac:picMk id="11" creationId="{58EDC1C5-A266-B240-DE75-29A446B50750}"/>
          </ac:picMkLst>
        </pc:picChg>
        <pc:picChg chg="add mod">
          <ac:chgData name="karre Anil kumar" userId="2ffb0b0ed73aafd1" providerId="LiveId" clId="{AC2599C3-8067-4B2E-9898-0C93BDFA470B}" dt="2026-03-13T12:38:53.196" v="1037" actId="1076"/>
          <ac:picMkLst>
            <pc:docMk/>
            <pc:sldMk cId="1794715602" sldId="291"/>
            <ac:picMk id="13" creationId="{C00D5A64-5D46-BE5B-0167-CC9BB70B3D51}"/>
          </ac:picMkLst>
        </pc:picChg>
      </pc:sldChg>
      <pc:sldChg chg="addSp modSp new mod">
        <pc:chgData name="karre Anil kumar" userId="2ffb0b0ed73aafd1" providerId="LiveId" clId="{AC2599C3-8067-4B2E-9898-0C93BDFA470B}" dt="2026-03-13T12:43:09.103" v="1054" actId="1076"/>
        <pc:sldMkLst>
          <pc:docMk/>
          <pc:sldMk cId="446801595" sldId="292"/>
        </pc:sldMkLst>
        <pc:spChg chg="add mod">
          <ac:chgData name="karre Anil kumar" userId="2ffb0b0ed73aafd1" providerId="LiveId" clId="{AC2599C3-8067-4B2E-9898-0C93BDFA470B}" dt="2026-03-13T12:33:21.641" v="996" actId="255"/>
          <ac:spMkLst>
            <pc:docMk/>
            <pc:sldMk cId="446801595" sldId="292"/>
            <ac:spMk id="2" creationId="{055509E6-2671-CEBE-E794-E2785E4A3EB8}"/>
          </ac:spMkLst>
        </pc:spChg>
        <pc:spChg chg="add mod">
          <ac:chgData name="karre Anil kumar" userId="2ffb0b0ed73aafd1" providerId="LiveId" clId="{AC2599C3-8067-4B2E-9898-0C93BDFA470B}" dt="2026-03-13T12:36:46.115" v="1021"/>
          <ac:spMkLst>
            <pc:docMk/>
            <pc:sldMk cId="446801595" sldId="292"/>
            <ac:spMk id="3" creationId="{4AE2C9A9-0355-AEB7-4168-821A37D466DA}"/>
          </ac:spMkLst>
        </pc:spChg>
        <pc:spChg chg="add mod">
          <ac:chgData name="karre Anil kumar" userId="2ffb0b0ed73aafd1" providerId="LiveId" clId="{AC2599C3-8067-4B2E-9898-0C93BDFA470B}" dt="2026-03-13T12:36:46.115" v="1021"/>
          <ac:spMkLst>
            <pc:docMk/>
            <pc:sldMk cId="446801595" sldId="292"/>
            <ac:spMk id="4" creationId="{F648BECD-22F3-FCC2-27B7-A60A05BFF6E5}"/>
          </ac:spMkLst>
        </pc:spChg>
        <pc:spChg chg="add mod">
          <ac:chgData name="karre Anil kumar" userId="2ffb0b0ed73aafd1" providerId="LiveId" clId="{AC2599C3-8067-4B2E-9898-0C93BDFA470B}" dt="2026-03-13T12:36:46.115" v="1021"/>
          <ac:spMkLst>
            <pc:docMk/>
            <pc:sldMk cId="446801595" sldId="292"/>
            <ac:spMk id="5" creationId="{A91CEAC8-A3F0-040B-969E-A12DFD5ECE55}"/>
          </ac:spMkLst>
        </pc:spChg>
        <pc:spChg chg="add mod">
          <ac:chgData name="karre Anil kumar" userId="2ffb0b0ed73aafd1" providerId="LiveId" clId="{AC2599C3-8067-4B2E-9898-0C93BDFA470B}" dt="2026-03-13T12:43:09.103" v="1054" actId="1076"/>
          <ac:spMkLst>
            <pc:docMk/>
            <pc:sldMk cId="446801595" sldId="292"/>
            <ac:spMk id="10" creationId="{C04EE0D1-397D-1993-4967-9AF0A59B77A2}"/>
          </ac:spMkLst>
        </pc:spChg>
        <pc:picChg chg="add mod">
          <ac:chgData name="karre Anil kumar" userId="2ffb0b0ed73aafd1" providerId="LiveId" clId="{AC2599C3-8067-4B2E-9898-0C93BDFA470B}" dt="2026-03-13T12:42:16.414" v="1047" actId="1076"/>
          <ac:picMkLst>
            <pc:docMk/>
            <pc:sldMk cId="446801595" sldId="292"/>
            <ac:picMk id="7" creationId="{C5648784-70F8-ED78-3590-EC6DC9EE9F1D}"/>
          </ac:picMkLst>
        </pc:picChg>
        <pc:picChg chg="add mod">
          <ac:chgData name="karre Anil kumar" userId="2ffb0b0ed73aafd1" providerId="LiveId" clId="{AC2599C3-8067-4B2E-9898-0C93BDFA470B}" dt="2026-03-13T12:42:37.270" v="1049" actId="1076"/>
          <ac:picMkLst>
            <pc:docMk/>
            <pc:sldMk cId="446801595" sldId="292"/>
            <ac:picMk id="9" creationId="{306A12B1-9AA2-6402-8197-AD80EA85AA3C}"/>
          </ac:picMkLst>
        </pc:picChg>
      </pc:sldChg>
      <pc:sldChg chg="addSp modSp new mod">
        <pc:chgData name="karre Anil kumar" userId="2ffb0b0ed73aafd1" providerId="LiveId" clId="{AC2599C3-8067-4B2E-9898-0C93BDFA470B}" dt="2026-03-13T12:45:18.652" v="1064" actId="1076"/>
        <pc:sldMkLst>
          <pc:docMk/>
          <pc:sldMk cId="3475584999" sldId="293"/>
        </pc:sldMkLst>
        <pc:spChg chg="add mod">
          <ac:chgData name="karre Anil kumar" userId="2ffb0b0ed73aafd1" providerId="LiveId" clId="{AC2599C3-8067-4B2E-9898-0C93BDFA470B}" dt="2026-03-13T12:33:59.395" v="1006" actId="14100"/>
          <ac:spMkLst>
            <pc:docMk/>
            <pc:sldMk cId="3475584999" sldId="293"/>
            <ac:spMk id="2" creationId="{186D9301-A020-E9DF-7588-0450EB8753FC}"/>
          </ac:spMkLst>
        </pc:spChg>
        <pc:spChg chg="add mod">
          <ac:chgData name="karre Anil kumar" userId="2ffb0b0ed73aafd1" providerId="LiveId" clId="{AC2599C3-8067-4B2E-9898-0C93BDFA470B}" dt="2026-03-13T12:36:51.178" v="1022"/>
          <ac:spMkLst>
            <pc:docMk/>
            <pc:sldMk cId="3475584999" sldId="293"/>
            <ac:spMk id="3" creationId="{F75BA309-F73B-2006-B0D9-E8B2938764ED}"/>
          </ac:spMkLst>
        </pc:spChg>
        <pc:spChg chg="add mod">
          <ac:chgData name="karre Anil kumar" userId="2ffb0b0ed73aafd1" providerId="LiveId" clId="{AC2599C3-8067-4B2E-9898-0C93BDFA470B}" dt="2026-03-13T12:36:51.178" v="1022"/>
          <ac:spMkLst>
            <pc:docMk/>
            <pc:sldMk cId="3475584999" sldId="293"/>
            <ac:spMk id="4" creationId="{357B7EBC-65E8-F053-5ABC-1AAF836321BD}"/>
          </ac:spMkLst>
        </pc:spChg>
        <pc:spChg chg="add mod">
          <ac:chgData name="karre Anil kumar" userId="2ffb0b0ed73aafd1" providerId="LiveId" clId="{AC2599C3-8067-4B2E-9898-0C93BDFA470B}" dt="2026-03-13T12:36:51.178" v="1022"/>
          <ac:spMkLst>
            <pc:docMk/>
            <pc:sldMk cId="3475584999" sldId="293"/>
            <ac:spMk id="5" creationId="{01054A0A-21F7-2CD2-B794-5EBB20177546}"/>
          </ac:spMkLst>
        </pc:spChg>
        <pc:spChg chg="add mod">
          <ac:chgData name="karre Anil kumar" userId="2ffb0b0ed73aafd1" providerId="LiveId" clId="{AC2599C3-8067-4B2E-9898-0C93BDFA470B}" dt="2026-03-13T12:45:18.652" v="1064" actId="1076"/>
          <ac:spMkLst>
            <pc:docMk/>
            <pc:sldMk cId="3475584999" sldId="293"/>
            <ac:spMk id="10" creationId="{47C9260B-D6FF-2C0C-C55A-DC9419887FAF}"/>
          </ac:spMkLst>
        </pc:spChg>
        <pc:picChg chg="add mod">
          <ac:chgData name="karre Anil kumar" userId="2ffb0b0ed73aafd1" providerId="LiveId" clId="{AC2599C3-8067-4B2E-9898-0C93BDFA470B}" dt="2026-03-13T12:44:23.437" v="1056" actId="1076"/>
          <ac:picMkLst>
            <pc:docMk/>
            <pc:sldMk cId="3475584999" sldId="293"/>
            <ac:picMk id="7" creationId="{387AB661-6B9C-041F-6904-C26BD154BF53}"/>
          </ac:picMkLst>
        </pc:picChg>
        <pc:picChg chg="add mod">
          <ac:chgData name="karre Anil kumar" userId="2ffb0b0ed73aafd1" providerId="LiveId" clId="{AC2599C3-8067-4B2E-9898-0C93BDFA470B}" dt="2026-03-13T12:44:36.992" v="1058" actId="1076"/>
          <ac:picMkLst>
            <pc:docMk/>
            <pc:sldMk cId="3475584999" sldId="293"/>
            <ac:picMk id="9" creationId="{10E4D237-3755-BFF5-B0B2-A4DDD852A411}"/>
          </ac:picMkLst>
        </pc:picChg>
      </pc:sldChg>
      <pc:sldChg chg="addSp modSp new mod">
        <pc:chgData name="karre Anil kumar" userId="2ffb0b0ed73aafd1" providerId="LiveId" clId="{AC2599C3-8067-4B2E-9898-0C93BDFA470B}" dt="2026-03-13T13:08:49.631" v="1206" actId="14100"/>
        <pc:sldMkLst>
          <pc:docMk/>
          <pc:sldMk cId="2124440972" sldId="294"/>
        </pc:sldMkLst>
        <pc:spChg chg="add mod">
          <ac:chgData name="karre Anil kumar" userId="2ffb0b0ed73aafd1" providerId="LiveId" clId="{AC2599C3-8067-4B2E-9898-0C93BDFA470B}" dt="2026-03-13T12:34:37.368" v="1014" actId="1076"/>
          <ac:spMkLst>
            <pc:docMk/>
            <pc:sldMk cId="2124440972" sldId="294"/>
            <ac:spMk id="2" creationId="{1876A1E3-6B22-BEF3-F692-C254C75D664F}"/>
          </ac:spMkLst>
        </pc:spChg>
        <pc:spChg chg="add mod">
          <ac:chgData name="karre Anil kumar" userId="2ffb0b0ed73aafd1" providerId="LiveId" clId="{AC2599C3-8067-4B2E-9898-0C93BDFA470B}" dt="2026-03-13T12:36:54.440" v="1023"/>
          <ac:spMkLst>
            <pc:docMk/>
            <pc:sldMk cId="2124440972" sldId="294"/>
            <ac:spMk id="3" creationId="{C474029F-C92D-3FAD-19DD-AE8F1DCC9CB4}"/>
          </ac:spMkLst>
        </pc:spChg>
        <pc:spChg chg="add mod">
          <ac:chgData name="karre Anil kumar" userId="2ffb0b0ed73aafd1" providerId="LiveId" clId="{AC2599C3-8067-4B2E-9898-0C93BDFA470B}" dt="2026-03-13T12:36:54.440" v="1023"/>
          <ac:spMkLst>
            <pc:docMk/>
            <pc:sldMk cId="2124440972" sldId="294"/>
            <ac:spMk id="4" creationId="{45FB04A4-2B5B-A702-B6A1-5CC94D95F663}"/>
          </ac:spMkLst>
        </pc:spChg>
        <pc:spChg chg="add mod">
          <ac:chgData name="karre Anil kumar" userId="2ffb0b0ed73aafd1" providerId="LiveId" clId="{AC2599C3-8067-4B2E-9898-0C93BDFA470B}" dt="2026-03-13T12:36:54.440" v="1023"/>
          <ac:spMkLst>
            <pc:docMk/>
            <pc:sldMk cId="2124440972" sldId="294"/>
            <ac:spMk id="5" creationId="{3F4A401D-0D5E-93A6-A3F8-F26C992A86F3}"/>
          </ac:spMkLst>
        </pc:spChg>
        <pc:spChg chg="add mod">
          <ac:chgData name="karre Anil kumar" userId="2ffb0b0ed73aafd1" providerId="LiveId" clId="{AC2599C3-8067-4B2E-9898-0C93BDFA470B}" dt="2026-03-13T12:47:37.164" v="1075" actId="1076"/>
          <ac:spMkLst>
            <pc:docMk/>
            <pc:sldMk cId="2124440972" sldId="294"/>
            <ac:spMk id="10" creationId="{A5A25D7F-44AB-8A0F-D783-3BA44A1F3E03}"/>
          </ac:spMkLst>
        </pc:spChg>
        <pc:spChg chg="add mod">
          <ac:chgData name="karre Anil kumar" userId="2ffb0b0ed73aafd1" providerId="LiveId" clId="{AC2599C3-8067-4B2E-9898-0C93BDFA470B}" dt="2026-03-13T13:08:49.631" v="1206" actId="14100"/>
          <ac:spMkLst>
            <pc:docMk/>
            <pc:sldMk cId="2124440972" sldId="294"/>
            <ac:spMk id="11" creationId="{9CFF50AC-1F03-B194-5283-11C469E54B11}"/>
          </ac:spMkLst>
        </pc:spChg>
        <pc:picChg chg="add mod">
          <ac:chgData name="karre Anil kumar" userId="2ffb0b0ed73aafd1" providerId="LiveId" clId="{AC2599C3-8067-4B2E-9898-0C93BDFA470B}" dt="2026-03-13T12:46:34.981" v="1067" actId="1076"/>
          <ac:picMkLst>
            <pc:docMk/>
            <pc:sldMk cId="2124440972" sldId="294"/>
            <ac:picMk id="7" creationId="{1B58015D-3C0D-A763-2671-2CCEA1A320B4}"/>
          </ac:picMkLst>
        </pc:picChg>
        <pc:picChg chg="add mod">
          <ac:chgData name="karre Anil kumar" userId="2ffb0b0ed73aafd1" providerId="LiveId" clId="{AC2599C3-8067-4B2E-9898-0C93BDFA470B}" dt="2026-03-13T12:46:52.904" v="1069" actId="1076"/>
          <ac:picMkLst>
            <pc:docMk/>
            <pc:sldMk cId="2124440972" sldId="294"/>
            <ac:picMk id="9" creationId="{3C757737-F468-A18E-5358-BF805ECE4173}"/>
          </ac:picMkLst>
        </pc:picChg>
      </pc:sldChg>
      <pc:sldChg chg="addSp delSp modSp new mod">
        <pc:chgData name="karre Anil kumar" userId="2ffb0b0ed73aafd1" providerId="LiveId" clId="{AC2599C3-8067-4B2E-9898-0C93BDFA470B}" dt="2026-03-13T12:52:38.574" v="1114" actId="1076"/>
        <pc:sldMkLst>
          <pc:docMk/>
          <pc:sldMk cId="2091487487" sldId="295"/>
        </pc:sldMkLst>
        <pc:spChg chg="add mod">
          <ac:chgData name="karre Anil kumar" userId="2ffb0b0ed73aafd1" providerId="LiveId" clId="{AC2599C3-8067-4B2E-9898-0C93BDFA470B}" dt="2026-03-13T12:48:33.925" v="1087" actId="1076"/>
          <ac:spMkLst>
            <pc:docMk/>
            <pc:sldMk cId="2091487487" sldId="295"/>
            <ac:spMk id="2" creationId="{287B10BF-7077-B4E3-F119-055D4414E0C2}"/>
          </ac:spMkLst>
        </pc:spChg>
        <pc:spChg chg="add mod">
          <ac:chgData name="karre Anil kumar" userId="2ffb0b0ed73aafd1" providerId="LiveId" clId="{AC2599C3-8067-4B2E-9898-0C93BDFA470B}" dt="2026-03-13T12:49:43.605" v="1102" actId="1076"/>
          <ac:spMkLst>
            <pc:docMk/>
            <pc:sldMk cId="2091487487" sldId="295"/>
            <ac:spMk id="3" creationId="{BDB1A20E-BEB9-D13A-B7A9-E0E236AF62F0}"/>
          </ac:spMkLst>
        </pc:spChg>
        <pc:spChg chg="add mod">
          <ac:chgData name="karre Anil kumar" userId="2ffb0b0ed73aafd1" providerId="LiveId" clId="{AC2599C3-8067-4B2E-9898-0C93BDFA470B}" dt="2026-03-13T12:49:30.280" v="1098"/>
          <ac:spMkLst>
            <pc:docMk/>
            <pc:sldMk cId="2091487487" sldId="295"/>
            <ac:spMk id="4" creationId="{F6623CA8-940F-20CD-D047-6036C804D46F}"/>
          </ac:spMkLst>
        </pc:spChg>
        <pc:spChg chg="add mod">
          <ac:chgData name="karre Anil kumar" userId="2ffb0b0ed73aafd1" providerId="LiveId" clId="{AC2599C3-8067-4B2E-9898-0C93BDFA470B}" dt="2026-03-13T12:49:30.280" v="1098"/>
          <ac:spMkLst>
            <pc:docMk/>
            <pc:sldMk cId="2091487487" sldId="295"/>
            <ac:spMk id="5" creationId="{00315DC8-1FE5-B74E-5174-2488895D2D15}"/>
          </ac:spMkLst>
        </pc:spChg>
        <pc:spChg chg="add mod">
          <ac:chgData name="karre Anil kumar" userId="2ffb0b0ed73aafd1" providerId="LiveId" clId="{AC2599C3-8067-4B2E-9898-0C93BDFA470B}" dt="2026-03-13T12:49:30.280" v="1098"/>
          <ac:spMkLst>
            <pc:docMk/>
            <pc:sldMk cId="2091487487" sldId="295"/>
            <ac:spMk id="6" creationId="{DFDA0B2C-5C1F-9F60-E6B1-4D4772A55EF1}"/>
          </ac:spMkLst>
        </pc:spChg>
        <pc:spChg chg="add mod">
          <ac:chgData name="karre Anil kumar" userId="2ffb0b0ed73aafd1" providerId="LiveId" clId="{AC2599C3-8067-4B2E-9898-0C93BDFA470B}" dt="2026-03-13T12:52:38.574" v="1114" actId="1076"/>
          <ac:spMkLst>
            <pc:docMk/>
            <pc:sldMk cId="2091487487" sldId="295"/>
            <ac:spMk id="14" creationId="{DED35417-6253-BB11-31ED-1DA673425AA6}"/>
          </ac:spMkLst>
        </pc:spChg>
        <pc:picChg chg="add mod">
          <ac:chgData name="karre Anil kumar" userId="2ffb0b0ed73aafd1" providerId="LiveId" clId="{AC2599C3-8067-4B2E-9898-0C93BDFA470B}" dt="2026-03-13T12:51:17.788" v="1106" actId="1076"/>
          <ac:picMkLst>
            <pc:docMk/>
            <pc:sldMk cId="2091487487" sldId="295"/>
            <ac:picMk id="11" creationId="{3CF4CCAA-6EF1-A2D9-CB3A-61A354AA6042}"/>
          </ac:picMkLst>
        </pc:picChg>
        <pc:picChg chg="add mod">
          <ac:chgData name="karre Anil kumar" userId="2ffb0b0ed73aafd1" providerId="LiveId" clId="{AC2599C3-8067-4B2E-9898-0C93BDFA470B}" dt="2026-03-13T12:51:40.769" v="1109" actId="1076"/>
          <ac:picMkLst>
            <pc:docMk/>
            <pc:sldMk cId="2091487487" sldId="295"/>
            <ac:picMk id="13" creationId="{0130F5DC-5948-2C27-CA5A-EB19EE32DEBF}"/>
          </ac:picMkLst>
        </pc:picChg>
      </pc:sldChg>
      <pc:sldChg chg="addSp modSp new mod">
        <pc:chgData name="karre Anil kumar" userId="2ffb0b0ed73aafd1" providerId="LiveId" clId="{AC2599C3-8067-4B2E-9898-0C93BDFA470B}" dt="2026-03-13T12:55:54.713" v="1140" actId="1076"/>
        <pc:sldMkLst>
          <pc:docMk/>
          <pc:sldMk cId="828051210" sldId="296"/>
        </pc:sldMkLst>
        <pc:spChg chg="add mod">
          <ac:chgData name="karre Anil kumar" userId="2ffb0b0ed73aafd1" providerId="LiveId" clId="{AC2599C3-8067-4B2E-9898-0C93BDFA470B}" dt="2026-03-13T12:49:55.718" v="1103"/>
          <ac:spMkLst>
            <pc:docMk/>
            <pc:sldMk cId="828051210" sldId="296"/>
            <ac:spMk id="2" creationId="{B2D01F8A-2EBC-EA10-B8FC-396D0F77672B}"/>
          </ac:spMkLst>
        </pc:spChg>
        <pc:spChg chg="add mod">
          <ac:chgData name="karre Anil kumar" userId="2ffb0b0ed73aafd1" providerId="LiveId" clId="{AC2599C3-8067-4B2E-9898-0C93BDFA470B}" dt="2026-03-13T12:49:55.718" v="1103"/>
          <ac:spMkLst>
            <pc:docMk/>
            <pc:sldMk cId="828051210" sldId="296"/>
            <ac:spMk id="3" creationId="{504971CB-BF18-63EA-9BA6-718A18D15B6A}"/>
          </ac:spMkLst>
        </pc:spChg>
        <pc:spChg chg="add mod">
          <ac:chgData name="karre Anil kumar" userId="2ffb0b0ed73aafd1" providerId="LiveId" clId="{AC2599C3-8067-4B2E-9898-0C93BDFA470B}" dt="2026-03-13T12:49:55.718" v="1103"/>
          <ac:spMkLst>
            <pc:docMk/>
            <pc:sldMk cId="828051210" sldId="296"/>
            <ac:spMk id="4" creationId="{B87B4EC0-E963-BBC9-24F2-617240D7E434}"/>
          </ac:spMkLst>
        </pc:spChg>
        <pc:spChg chg="add mod">
          <ac:chgData name="karre Anil kumar" userId="2ffb0b0ed73aafd1" providerId="LiveId" clId="{AC2599C3-8067-4B2E-9898-0C93BDFA470B}" dt="2026-03-13T12:53:19.182" v="1122" actId="255"/>
          <ac:spMkLst>
            <pc:docMk/>
            <pc:sldMk cId="828051210" sldId="296"/>
            <ac:spMk id="5" creationId="{0C4744E6-CB67-7CA4-71E3-170A7983992C}"/>
          </ac:spMkLst>
        </pc:spChg>
        <pc:spChg chg="add mod">
          <ac:chgData name="karre Anil kumar" userId="2ffb0b0ed73aafd1" providerId="LiveId" clId="{AC2599C3-8067-4B2E-9898-0C93BDFA470B}" dt="2026-03-13T12:55:54.713" v="1140" actId="1076"/>
          <ac:spMkLst>
            <pc:docMk/>
            <pc:sldMk cId="828051210" sldId="296"/>
            <ac:spMk id="10" creationId="{81B30167-08FD-8327-2064-03873BA71854}"/>
          </ac:spMkLst>
        </pc:spChg>
        <pc:picChg chg="add mod">
          <ac:chgData name="karre Anil kumar" userId="2ffb0b0ed73aafd1" providerId="LiveId" clId="{AC2599C3-8067-4B2E-9898-0C93BDFA470B}" dt="2026-03-13T12:54:59.065" v="1132" actId="1076"/>
          <ac:picMkLst>
            <pc:docMk/>
            <pc:sldMk cId="828051210" sldId="296"/>
            <ac:picMk id="7" creationId="{869F8DF3-D20A-E510-FEC6-EE2694B66A0E}"/>
          </ac:picMkLst>
        </pc:picChg>
        <pc:picChg chg="add mod">
          <ac:chgData name="karre Anil kumar" userId="2ffb0b0ed73aafd1" providerId="LiveId" clId="{AC2599C3-8067-4B2E-9898-0C93BDFA470B}" dt="2026-03-13T12:55:19.731" v="1134" actId="1076"/>
          <ac:picMkLst>
            <pc:docMk/>
            <pc:sldMk cId="828051210" sldId="296"/>
            <ac:picMk id="9" creationId="{144CA92A-1C1E-4129-B7B4-B71ED24EA108}"/>
          </ac:picMkLst>
        </pc:picChg>
      </pc:sldChg>
      <pc:sldChg chg="addSp modSp new mod">
        <pc:chgData name="karre Anil kumar" userId="2ffb0b0ed73aafd1" providerId="LiveId" clId="{AC2599C3-8067-4B2E-9898-0C93BDFA470B}" dt="2026-03-13T13:09:44.566" v="1218" actId="1076"/>
        <pc:sldMkLst>
          <pc:docMk/>
          <pc:sldMk cId="3990309759" sldId="297"/>
        </pc:sldMkLst>
        <pc:spChg chg="add mod">
          <ac:chgData name="karre Anil kumar" userId="2ffb0b0ed73aafd1" providerId="LiveId" clId="{AC2599C3-8067-4B2E-9898-0C93BDFA470B}" dt="2026-03-13T12:50:00.859" v="1104"/>
          <ac:spMkLst>
            <pc:docMk/>
            <pc:sldMk cId="3990309759" sldId="297"/>
            <ac:spMk id="2" creationId="{8CF48E7E-EBB7-A5F7-4AE6-1514D994A2EB}"/>
          </ac:spMkLst>
        </pc:spChg>
        <pc:spChg chg="add mod">
          <ac:chgData name="karre Anil kumar" userId="2ffb0b0ed73aafd1" providerId="LiveId" clId="{AC2599C3-8067-4B2E-9898-0C93BDFA470B}" dt="2026-03-13T12:50:00.859" v="1104"/>
          <ac:spMkLst>
            <pc:docMk/>
            <pc:sldMk cId="3990309759" sldId="297"/>
            <ac:spMk id="3" creationId="{B940A835-7E09-BB42-C42B-F710449976B8}"/>
          </ac:spMkLst>
        </pc:spChg>
        <pc:spChg chg="add mod">
          <ac:chgData name="karre Anil kumar" userId="2ffb0b0ed73aafd1" providerId="LiveId" clId="{AC2599C3-8067-4B2E-9898-0C93BDFA470B}" dt="2026-03-13T12:50:00.859" v="1104"/>
          <ac:spMkLst>
            <pc:docMk/>
            <pc:sldMk cId="3990309759" sldId="297"/>
            <ac:spMk id="4" creationId="{10D1E337-05B9-1FBD-3B47-CF85BF2E99C8}"/>
          </ac:spMkLst>
        </pc:spChg>
        <pc:spChg chg="add mod">
          <ac:chgData name="karre Anil kumar" userId="2ffb0b0ed73aafd1" providerId="LiveId" clId="{AC2599C3-8067-4B2E-9898-0C93BDFA470B}" dt="2026-03-13T12:53:56.346" v="1130" actId="255"/>
          <ac:spMkLst>
            <pc:docMk/>
            <pc:sldMk cId="3990309759" sldId="297"/>
            <ac:spMk id="5" creationId="{7A913F2B-CBF2-4BEC-BDC5-39ED7455B71B}"/>
          </ac:spMkLst>
        </pc:spChg>
        <pc:spChg chg="add mod">
          <ac:chgData name="karre Anil kumar" userId="2ffb0b0ed73aafd1" providerId="LiveId" clId="{AC2599C3-8067-4B2E-9898-0C93BDFA470B}" dt="2026-03-13T13:09:36.716" v="1216" actId="1076"/>
          <ac:spMkLst>
            <pc:docMk/>
            <pc:sldMk cId="3990309759" sldId="297"/>
            <ac:spMk id="10" creationId="{BC0824F8-7BAF-2A82-3A41-CCE1FE3E736C}"/>
          </ac:spMkLst>
        </pc:spChg>
        <pc:spChg chg="add mod">
          <ac:chgData name="karre Anil kumar" userId="2ffb0b0ed73aafd1" providerId="LiveId" clId="{AC2599C3-8067-4B2E-9898-0C93BDFA470B}" dt="2026-03-13T13:09:44.566" v="1218" actId="1076"/>
          <ac:spMkLst>
            <pc:docMk/>
            <pc:sldMk cId="3990309759" sldId="297"/>
            <ac:spMk id="11" creationId="{2BD565A7-D520-8C0B-3774-E88AB22D1676}"/>
          </ac:spMkLst>
        </pc:spChg>
        <pc:picChg chg="add mod">
          <ac:chgData name="karre Anil kumar" userId="2ffb0b0ed73aafd1" providerId="LiveId" clId="{AC2599C3-8067-4B2E-9898-0C93BDFA470B}" dt="2026-03-13T12:57:01.865" v="1142" actId="1076"/>
          <ac:picMkLst>
            <pc:docMk/>
            <pc:sldMk cId="3990309759" sldId="297"/>
            <ac:picMk id="7" creationId="{E3F8409B-B652-8035-CC94-0E94FE3174B7}"/>
          </ac:picMkLst>
        </pc:picChg>
        <pc:picChg chg="add mod">
          <ac:chgData name="karre Anil kumar" userId="2ffb0b0ed73aafd1" providerId="LiveId" clId="{AC2599C3-8067-4B2E-9898-0C93BDFA470B}" dt="2026-03-13T12:57:39.957" v="1144" actId="1076"/>
          <ac:picMkLst>
            <pc:docMk/>
            <pc:sldMk cId="3990309759" sldId="297"/>
            <ac:picMk id="9" creationId="{C04523DE-6225-06D8-E40E-17FE051D7BB3}"/>
          </ac:picMkLst>
        </pc:picChg>
      </pc:sldChg>
      <pc:sldChg chg="addSp delSp modSp new mod">
        <pc:chgData name="karre Anil kumar" userId="2ffb0b0ed73aafd1" providerId="LiveId" clId="{AC2599C3-8067-4B2E-9898-0C93BDFA470B}" dt="2026-03-14T06:18:28.193" v="1291" actId="14100"/>
        <pc:sldMkLst>
          <pc:docMk/>
          <pc:sldMk cId="347812041" sldId="298"/>
        </pc:sldMkLst>
        <pc:spChg chg="add mod">
          <ac:chgData name="karre Anil kumar" userId="2ffb0b0ed73aafd1" providerId="LiveId" clId="{AC2599C3-8067-4B2E-9898-0C93BDFA470B}" dt="2026-03-14T06:11:32.065" v="1252" actId="1076"/>
          <ac:spMkLst>
            <pc:docMk/>
            <pc:sldMk cId="347812041" sldId="298"/>
            <ac:spMk id="2" creationId="{9598BFC8-64BF-10B2-A0B4-A80EB9970229}"/>
          </ac:spMkLst>
        </pc:spChg>
        <pc:spChg chg="add mod">
          <ac:chgData name="karre Anil kumar" userId="2ffb0b0ed73aafd1" providerId="LiveId" clId="{AC2599C3-8067-4B2E-9898-0C93BDFA470B}" dt="2026-03-14T06:11:43.358" v="1254" actId="1076"/>
          <ac:spMkLst>
            <pc:docMk/>
            <pc:sldMk cId="347812041" sldId="298"/>
            <ac:spMk id="5" creationId="{7A2727E5-08EA-B174-72AE-5E8A8B53A5F7}"/>
          </ac:spMkLst>
        </pc:spChg>
        <pc:spChg chg="add mod">
          <ac:chgData name="karre Anil kumar" userId="2ffb0b0ed73aafd1" providerId="LiveId" clId="{AC2599C3-8067-4B2E-9898-0C93BDFA470B}" dt="2026-03-14T06:12:43.161" v="1264" actId="1076"/>
          <ac:spMkLst>
            <pc:docMk/>
            <pc:sldMk cId="347812041" sldId="298"/>
            <ac:spMk id="8" creationId="{3D5E63BE-2616-F9B8-FA29-1475D7AF1D3C}"/>
          </ac:spMkLst>
        </pc:spChg>
        <pc:spChg chg="add mod">
          <ac:chgData name="karre Anil kumar" userId="2ffb0b0ed73aafd1" providerId="LiveId" clId="{AC2599C3-8067-4B2E-9898-0C93BDFA470B}" dt="2026-03-14T06:18:01.981" v="1286" actId="1076"/>
          <ac:spMkLst>
            <pc:docMk/>
            <pc:sldMk cId="347812041" sldId="298"/>
            <ac:spMk id="10" creationId="{16C18FEB-FBD0-7E4B-9D8E-CE733303971A}"/>
          </ac:spMkLst>
        </pc:spChg>
        <pc:picChg chg="add mod">
          <ac:chgData name="karre Anil kumar" userId="2ffb0b0ed73aafd1" providerId="LiveId" clId="{AC2599C3-8067-4B2E-9898-0C93BDFA470B}" dt="2026-03-14T06:17:38.164" v="1283" actId="14100"/>
          <ac:picMkLst>
            <pc:docMk/>
            <pc:sldMk cId="347812041" sldId="298"/>
            <ac:picMk id="4" creationId="{E7AB7FF8-EB13-7565-383D-8E4D7CB9EB56}"/>
          </ac:picMkLst>
        </pc:picChg>
        <pc:picChg chg="add mod">
          <ac:chgData name="karre Anil kumar" userId="2ffb0b0ed73aafd1" providerId="LiveId" clId="{AC2599C3-8067-4B2E-9898-0C93BDFA470B}" dt="2026-03-14T06:17:43.711" v="1284" actId="14100"/>
          <ac:picMkLst>
            <pc:docMk/>
            <pc:sldMk cId="347812041" sldId="298"/>
            <ac:picMk id="7" creationId="{748EF5AA-0CEB-B3AF-1312-40C2C46A1399}"/>
          </ac:picMkLst>
        </pc:picChg>
        <pc:picChg chg="add mod">
          <ac:chgData name="karre Anil kumar" userId="2ffb0b0ed73aafd1" providerId="LiveId" clId="{AC2599C3-8067-4B2E-9898-0C93BDFA470B}" dt="2026-03-14T06:17:30.815" v="1282" actId="14100"/>
          <ac:picMkLst>
            <pc:docMk/>
            <pc:sldMk cId="347812041" sldId="298"/>
            <ac:picMk id="12" creationId="{6C02DBFE-8D70-A029-40C7-A98845D4FEE7}"/>
          </ac:picMkLst>
        </pc:picChg>
        <pc:picChg chg="add del">
          <ac:chgData name="karre Anil kumar" userId="2ffb0b0ed73aafd1" providerId="LiveId" clId="{AC2599C3-8067-4B2E-9898-0C93BDFA470B}" dt="2026-03-14T06:17:05.691" v="1277" actId="478"/>
          <ac:picMkLst>
            <pc:docMk/>
            <pc:sldMk cId="347812041" sldId="298"/>
            <ac:picMk id="14" creationId="{65E22D46-6C61-59AE-7068-A9FD7FC1C1E5}"/>
          </ac:picMkLst>
        </pc:picChg>
        <pc:picChg chg="add mod">
          <ac:chgData name="karre Anil kumar" userId="2ffb0b0ed73aafd1" providerId="LiveId" clId="{AC2599C3-8067-4B2E-9898-0C93BDFA470B}" dt="2026-03-14T06:18:28.193" v="1291" actId="14100"/>
          <ac:picMkLst>
            <pc:docMk/>
            <pc:sldMk cId="347812041" sldId="298"/>
            <ac:picMk id="16" creationId="{BF6EDCDA-DEEF-DD49-14BE-32C5EBCF4FDE}"/>
          </ac:picMkLst>
        </pc:picChg>
      </pc:sldChg>
      <pc:sldChg chg="addSp delSp modSp new del mod">
        <pc:chgData name="karre Anil kumar" userId="2ffb0b0ed73aafd1" providerId="LiveId" clId="{AC2599C3-8067-4B2E-9898-0C93BDFA470B}" dt="2026-03-14T06:03:54.171" v="1231" actId="47"/>
        <pc:sldMkLst>
          <pc:docMk/>
          <pc:sldMk cId="1030331775" sldId="298"/>
        </pc:sldMkLst>
        <pc:spChg chg="add del mod">
          <ac:chgData name="karre Anil kumar" userId="2ffb0b0ed73aafd1" providerId="LiveId" clId="{AC2599C3-8067-4B2E-9898-0C93BDFA470B}" dt="2026-03-14T06:02:31.555" v="1230" actId="478"/>
          <ac:spMkLst>
            <pc:docMk/>
            <pc:sldMk cId="1030331775" sldId="298"/>
            <ac:spMk id="2" creationId="{8631D702-B7AE-EF6E-5145-06A8DC86FC21}"/>
          </ac:spMkLst>
        </pc:spChg>
      </pc:sldChg>
      <pc:sldChg chg="addSp delSp modSp new mod">
        <pc:chgData name="karre Anil kumar" userId="2ffb0b0ed73aafd1" providerId="LiveId" clId="{AC2599C3-8067-4B2E-9898-0C93BDFA470B}" dt="2026-03-14T06:27:06.757" v="1342" actId="207"/>
        <pc:sldMkLst>
          <pc:docMk/>
          <pc:sldMk cId="218873623" sldId="299"/>
        </pc:sldMkLst>
        <pc:spChg chg="add mod">
          <ac:chgData name="karre Anil kumar" userId="2ffb0b0ed73aafd1" providerId="LiveId" clId="{AC2599C3-8067-4B2E-9898-0C93BDFA470B}" dt="2026-03-14T06:26:52.407" v="1339" actId="207"/>
          <ac:spMkLst>
            <pc:docMk/>
            <pc:sldMk cId="218873623" sldId="299"/>
            <ac:spMk id="2" creationId="{4842500E-CF31-6BF0-FB6F-1FA9FDE82558}"/>
          </ac:spMkLst>
        </pc:spChg>
        <pc:spChg chg="add mod">
          <ac:chgData name="karre Anil kumar" userId="2ffb0b0ed73aafd1" providerId="LiveId" clId="{AC2599C3-8067-4B2E-9898-0C93BDFA470B}" dt="2026-03-14T06:26:55.375" v="1340" actId="207"/>
          <ac:spMkLst>
            <pc:docMk/>
            <pc:sldMk cId="218873623" sldId="299"/>
            <ac:spMk id="3" creationId="{B8685877-DB06-0E6A-4EBA-AF96969F8499}"/>
          </ac:spMkLst>
        </pc:spChg>
        <pc:spChg chg="add mod">
          <ac:chgData name="karre Anil kumar" userId="2ffb0b0ed73aafd1" providerId="LiveId" clId="{AC2599C3-8067-4B2E-9898-0C93BDFA470B}" dt="2026-03-14T06:27:06.757" v="1342" actId="207"/>
          <ac:spMkLst>
            <pc:docMk/>
            <pc:sldMk cId="218873623" sldId="299"/>
            <ac:spMk id="4" creationId="{4C4B73EF-2739-FDCD-22B9-96CEEB245C64}"/>
          </ac:spMkLst>
        </pc:spChg>
        <pc:spChg chg="add mod">
          <ac:chgData name="karre Anil kumar" userId="2ffb0b0ed73aafd1" providerId="LiveId" clId="{AC2599C3-8067-4B2E-9898-0C93BDFA470B}" dt="2026-03-14T06:26:34.751" v="1338" actId="1076"/>
          <ac:spMkLst>
            <pc:docMk/>
            <pc:sldMk cId="218873623" sldId="299"/>
            <ac:spMk id="16" creationId="{74DAB708-9122-D5A6-C19B-51EAD5500090}"/>
          </ac:spMkLst>
        </pc:spChg>
        <pc:picChg chg="add del mod">
          <ac:chgData name="karre Anil kumar" userId="2ffb0b0ed73aafd1" providerId="LiveId" clId="{AC2599C3-8067-4B2E-9898-0C93BDFA470B}" dt="2026-03-14T06:22:17.208" v="1298" actId="478"/>
          <ac:picMkLst>
            <pc:docMk/>
            <pc:sldMk cId="218873623" sldId="299"/>
            <ac:picMk id="5" creationId="{42AB5ADE-E361-F5D9-1BC5-40BD38509A20}"/>
          </ac:picMkLst>
        </pc:picChg>
        <pc:picChg chg="add del mod">
          <ac:chgData name="karre Anil kumar" userId="2ffb0b0ed73aafd1" providerId="LiveId" clId="{AC2599C3-8067-4B2E-9898-0C93BDFA470B}" dt="2026-03-14T06:23:12.924" v="1303" actId="478"/>
          <ac:picMkLst>
            <pc:docMk/>
            <pc:sldMk cId="218873623" sldId="299"/>
            <ac:picMk id="6" creationId="{15DFB4CA-25E8-B991-CC1B-F18AA71C5BCC}"/>
          </ac:picMkLst>
        </pc:picChg>
        <pc:picChg chg="add del mod">
          <ac:chgData name="karre Anil kumar" userId="2ffb0b0ed73aafd1" providerId="LiveId" clId="{AC2599C3-8067-4B2E-9898-0C93BDFA470B}" dt="2026-03-14T06:23:46.384" v="1309" actId="478"/>
          <ac:picMkLst>
            <pc:docMk/>
            <pc:sldMk cId="218873623" sldId="299"/>
            <ac:picMk id="7" creationId="{A78A7A27-D3BE-E38D-52ED-63A61779596D}"/>
          </ac:picMkLst>
        </pc:picChg>
        <pc:picChg chg="add del">
          <ac:chgData name="karre Anil kumar" userId="2ffb0b0ed73aafd1" providerId="LiveId" clId="{AC2599C3-8067-4B2E-9898-0C93BDFA470B}" dt="2026-03-14T06:22:14.642" v="1297" actId="22"/>
          <ac:picMkLst>
            <pc:docMk/>
            <pc:sldMk cId="218873623" sldId="299"/>
            <ac:picMk id="9" creationId="{1649B364-3783-98DE-0FCE-B14C432AC28A}"/>
          </ac:picMkLst>
        </pc:picChg>
        <pc:picChg chg="add mod">
          <ac:chgData name="karre Anil kumar" userId="2ffb0b0ed73aafd1" providerId="LiveId" clId="{AC2599C3-8067-4B2E-9898-0C93BDFA470B}" dt="2026-03-14T06:22:36.726" v="1302" actId="1076"/>
          <ac:picMkLst>
            <pc:docMk/>
            <pc:sldMk cId="218873623" sldId="299"/>
            <ac:picMk id="11" creationId="{E2C74D42-2016-A53D-B11D-092450BC9961}"/>
          </ac:picMkLst>
        </pc:picChg>
        <pc:picChg chg="add mod">
          <ac:chgData name="karre Anil kumar" userId="2ffb0b0ed73aafd1" providerId="LiveId" clId="{AC2599C3-8067-4B2E-9898-0C93BDFA470B}" dt="2026-03-14T06:23:23.188" v="1306" actId="14100"/>
          <ac:picMkLst>
            <pc:docMk/>
            <pc:sldMk cId="218873623" sldId="299"/>
            <ac:picMk id="13" creationId="{A36C8595-61F0-5398-0153-1856C36AA237}"/>
          </ac:picMkLst>
        </pc:picChg>
        <pc:picChg chg="add mod">
          <ac:chgData name="karre Anil kumar" userId="2ffb0b0ed73aafd1" providerId="LiveId" clId="{AC2599C3-8067-4B2E-9898-0C93BDFA470B}" dt="2026-03-14T06:24:37.542" v="1313" actId="1076"/>
          <ac:picMkLst>
            <pc:docMk/>
            <pc:sldMk cId="218873623" sldId="299"/>
            <ac:picMk id="15" creationId="{934ADF36-D218-6AFF-BBDF-915DB194595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4673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k-anil-kumar-49a80333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638715" y="3429000"/>
            <a:ext cx="9157622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b="1" dirty="0"/>
              <a:t>Grocery Store Management System – SQL Project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E11F25-0B06-CCD7-7C47-6C69CABA9F2E}"/>
              </a:ext>
            </a:extLst>
          </p:cNvPr>
          <p:cNvSpPr txBox="1"/>
          <p:nvPr/>
        </p:nvSpPr>
        <p:spPr>
          <a:xfrm>
            <a:off x="816385" y="5035757"/>
            <a:ext cx="44638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Name: K Anil Kumar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Course: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Analytics / SQL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Institute: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Innomatics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Research Labs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A88587-4C21-539F-7BC8-BC917A28F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4505384"/>
            <a:ext cx="4463822" cy="20764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301234" y="495905"/>
            <a:ext cx="11154585" cy="683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20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Background: (MBA Graduate)</a:t>
            </a:r>
          </a:p>
          <a:p>
            <a:pPr lvl="0">
              <a:buClr>
                <a:schemeClr val="dk1"/>
              </a:buClr>
              <a:buSzPts val="1800"/>
            </a:pPr>
            <a:endParaRPr lang="en-IN" sz="20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Interest: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Analyst / SQL Analyst.</a:t>
            </a:r>
          </a:p>
          <a:p>
            <a:pPr lvl="0">
              <a:buClr>
                <a:schemeClr val="dk1"/>
              </a:buClr>
              <a:buSzPts val="1800"/>
            </a:pPr>
            <a:endParaRPr sz="20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 to learn Data 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Analytics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buClr>
                <a:schemeClr val="dk1"/>
              </a:buClr>
              <a:buSzPts val="1800"/>
            </a:pP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buClr>
                <a:schemeClr val="dk1"/>
              </a:buClr>
              <a:buSzPts val="1800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Learning Data Analytics and SQL to build skills in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analysis and business intelligence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0">
              <a:buClr>
                <a:schemeClr val="dk1"/>
              </a:buClr>
              <a:buSzPts val="1800"/>
            </a:pPr>
            <a:endParaRPr lang="en-IN" sz="20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342900" lvl="0" indent="-34290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Skills Learned:</a:t>
            </a:r>
          </a:p>
          <a:p>
            <a:pPr lvl="0">
              <a:buClr>
                <a:schemeClr val="dk1"/>
              </a:buClr>
              <a:buSzPts val="1800"/>
            </a:pP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buClr>
                <a:schemeClr val="dk1"/>
              </a:buClr>
              <a:buSzPts val="1800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- SQL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buClr>
                <a:schemeClr val="dk1"/>
              </a:buClr>
              <a:buSzPts val="1800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- Data Analysis</a:t>
            </a:r>
          </a:p>
          <a:p>
            <a:pPr lvl="0">
              <a:buClr>
                <a:schemeClr val="dk1"/>
              </a:buClr>
              <a:buSzPts val="1800"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buClr>
                <a:schemeClr val="dk1"/>
              </a:buClr>
              <a:buSzPts val="1800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- Data Visualization</a:t>
            </a:r>
          </a:p>
          <a:p>
            <a:pPr lvl="0">
              <a:buClr>
                <a:schemeClr val="dk1"/>
              </a:buClr>
              <a:buSzPts val="1800"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chemeClr val="dk1"/>
              </a:buClr>
              <a:buSzPts val="1800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- Database Management</a:t>
            </a:r>
          </a:p>
          <a:p>
            <a:pPr marL="28575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GitHub:</a:t>
            </a:r>
            <a:endParaRPr lang="en-IN"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IN" sz="2000" b="1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Linkedin</a:t>
            </a:r>
            <a:r>
              <a:rPr lang="en-IN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</a:t>
            </a:r>
            <a:r>
              <a:rPr lang="en-IN" b="1" dirty="0">
                <a:hlinkClick r:id="rId3"/>
              </a:rPr>
              <a:t>linkedin.com/in/k-anil-kumar-49a803338</a:t>
            </a:r>
            <a:endParaRPr lang="en-IN"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516047" y="0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57643C-0F0F-0D21-C34D-42D1CF3678AF}"/>
              </a:ext>
            </a:extLst>
          </p:cNvPr>
          <p:cNvSpPr txBox="1"/>
          <p:nvPr/>
        </p:nvSpPr>
        <p:spPr>
          <a:xfrm>
            <a:off x="753979" y="343418"/>
            <a:ext cx="53420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Objective of the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241DE9-45EE-1D32-81E2-1FC0D39FD834}"/>
              </a:ext>
            </a:extLst>
          </p:cNvPr>
          <p:cNvSpPr txBox="1"/>
          <p:nvPr/>
        </p:nvSpPr>
        <p:spPr>
          <a:xfrm>
            <a:off x="753979" y="1097469"/>
            <a:ext cx="11245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objective of this project is to design and analyze a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Grocery Store Management Database using SQL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639583-57A5-ECF3-3752-E3852BBB0431}"/>
              </a:ext>
            </a:extLst>
          </p:cNvPr>
          <p:cNvSpPr txBox="1"/>
          <p:nvPr/>
        </p:nvSpPr>
        <p:spPr>
          <a:xfrm>
            <a:off x="753978" y="2241358"/>
            <a:ext cx="3561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Goals of the project: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B52C1A-B2DD-A0F5-D816-E2AFAD5B7388}"/>
              </a:ext>
            </a:extLst>
          </p:cNvPr>
          <p:cNvSpPr txBox="1"/>
          <p:nvPr/>
        </p:nvSpPr>
        <p:spPr>
          <a:xfrm>
            <a:off x="753978" y="2855495"/>
            <a:ext cx="7186863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 and manage grocery store data efficiently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customer purchasing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best-selling products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supplier and employee contributions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sales trends and revenue patterns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877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B340DE-46AD-295C-3632-185EBCCA1D8A}"/>
              </a:ext>
            </a:extLst>
          </p:cNvPr>
          <p:cNvSpPr txBox="1"/>
          <p:nvPr/>
        </p:nvSpPr>
        <p:spPr>
          <a:xfrm>
            <a:off x="481263" y="439669"/>
            <a:ext cx="40105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Database 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1B873-F5A6-C702-57DE-C8C45AB72413}"/>
              </a:ext>
            </a:extLst>
          </p:cNvPr>
          <p:cNvSpPr txBox="1"/>
          <p:nvPr/>
        </p:nvSpPr>
        <p:spPr>
          <a:xfrm>
            <a:off x="481263" y="1219200"/>
            <a:ext cx="1147010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database consists of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 tables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Details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Relationships between tables are maintained using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 Keys and Foreign Keys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structure helps maintain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integrity and consistency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057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42500E-CF31-6BF0-FB6F-1FA9FDE82558}"/>
              </a:ext>
            </a:extLst>
          </p:cNvPr>
          <p:cNvSpPr txBox="1"/>
          <p:nvPr/>
        </p:nvSpPr>
        <p:spPr>
          <a:xfrm>
            <a:off x="1293468" y="1255555"/>
            <a:ext cx="21804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685877-DB06-0E6A-4EBA-AF96969F8499}"/>
              </a:ext>
            </a:extLst>
          </p:cNvPr>
          <p:cNvSpPr txBox="1"/>
          <p:nvPr/>
        </p:nvSpPr>
        <p:spPr>
          <a:xfrm>
            <a:off x="5076092" y="1255555"/>
            <a:ext cx="20398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4B73EF-2739-FDCD-22B9-96CEEB245C64}"/>
              </a:ext>
            </a:extLst>
          </p:cNvPr>
          <p:cNvSpPr txBox="1"/>
          <p:nvPr/>
        </p:nvSpPr>
        <p:spPr>
          <a:xfrm>
            <a:off x="8718039" y="1255555"/>
            <a:ext cx="24536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Order_Details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C74D42-2016-A53D-B11D-092450BC9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954" y="1846699"/>
            <a:ext cx="3574090" cy="44193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6C8595-61F0-5398-0153-1856C36AA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1" y="1915159"/>
            <a:ext cx="3368039" cy="41837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4ADF36-D218-6AFF-BBDF-915DB1945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5510" y="1840046"/>
            <a:ext cx="3756986" cy="43339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DAB708-9122-D5A6-C19B-51EAD5500090}"/>
              </a:ext>
            </a:extLst>
          </p:cNvPr>
          <p:cNvSpPr txBox="1"/>
          <p:nvPr/>
        </p:nvSpPr>
        <p:spPr>
          <a:xfrm>
            <a:off x="5516032" y="287867"/>
            <a:ext cx="11599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TABLES</a:t>
            </a:r>
            <a:endParaRPr lang="en-IN" sz="25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73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98BFC8-64BF-10B2-A0B4-A80EB9970229}"/>
              </a:ext>
            </a:extLst>
          </p:cNvPr>
          <p:cNvSpPr txBox="1"/>
          <p:nvPr/>
        </p:nvSpPr>
        <p:spPr>
          <a:xfrm>
            <a:off x="1976966" y="798563"/>
            <a:ext cx="1303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AB7FF8-EB13-7565-383D-8E4D7CB9E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27" y="1293981"/>
            <a:ext cx="3741744" cy="15592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2727E5-08EA-B174-72AE-5E8A8B53A5F7}"/>
              </a:ext>
            </a:extLst>
          </p:cNvPr>
          <p:cNvSpPr txBox="1"/>
          <p:nvPr/>
        </p:nvSpPr>
        <p:spPr>
          <a:xfrm>
            <a:off x="7603066" y="798563"/>
            <a:ext cx="1443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8EF5AA-0CEB-B3AF-1312-40C2C46A1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553" y="1293982"/>
            <a:ext cx="3459180" cy="20118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5E63BE-2616-F9B8-FA29-1475D7AF1D3C}"/>
              </a:ext>
            </a:extLst>
          </p:cNvPr>
          <p:cNvSpPr txBox="1"/>
          <p:nvPr/>
        </p:nvSpPr>
        <p:spPr>
          <a:xfrm>
            <a:off x="1858433" y="3776134"/>
            <a:ext cx="1422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C18FEB-FBD0-7E4B-9D8E-CE733303971A}"/>
              </a:ext>
            </a:extLst>
          </p:cNvPr>
          <p:cNvSpPr txBox="1"/>
          <p:nvPr/>
        </p:nvSpPr>
        <p:spPr>
          <a:xfrm>
            <a:off x="7509932" y="3776134"/>
            <a:ext cx="19600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02DBFE-8D70-A029-40C7-A98845D4F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23" y="4428541"/>
            <a:ext cx="3741743" cy="17013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F6EDCDA-DEEF-DD49-14BE-32C5EBCF4F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2249" y="4260961"/>
            <a:ext cx="4050618" cy="179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12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E23427-FB8B-8878-EFF1-5E11CE02AFA6}"/>
              </a:ext>
            </a:extLst>
          </p:cNvPr>
          <p:cNvSpPr txBox="1"/>
          <p:nvPr/>
        </p:nvSpPr>
        <p:spPr>
          <a:xfrm>
            <a:off x="625642" y="368968"/>
            <a:ext cx="4203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ER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13EFB1-BA7C-8BFD-5400-6D115755E0D2}"/>
              </a:ext>
            </a:extLst>
          </p:cNvPr>
          <p:cNvSpPr txBox="1"/>
          <p:nvPr/>
        </p:nvSpPr>
        <p:spPr>
          <a:xfrm>
            <a:off x="625642" y="1094930"/>
            <a:ext cx="109407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Entity Relationship (ER) Diagram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represents the structure of the Grocery Store Management database and shows how different tables are connected.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CB7F79-4EB9-F932-3E1B-197EF2791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183" y="2230378"/>
            <a:ext cx="4389500" cy="380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00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A885B6-87AC-80F1-1445-EE67BACDB441}"/>
              </a:ext>
            </a:extLst>
          </p:cNvPr>
          <p:cNvSpPr txBox="1"/>
          <p:nvPr/>
        </p:nvSpPr>
        <p:spPr>
          <a:xfrm>
            <a:off x="553453" y="218796"/>
            <a:ext cx="5614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Key Relationships:</a:t>
            </a:r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6FC6C12-9007-A399-E81C-794FBE1F3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453" y="1082550"/>
            <a:ext cx="1086050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3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can contain multiple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3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3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can supply multiple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3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3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can place multiple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3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3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can handle multiple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3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3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can include multiple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through the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Details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table.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31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EA4BA7-8D15-5AB2-0A85-34657B4C04A5}"/>
              </a:ext>
            </a:extLst>
          </p:cNvPr>
          <p:cNvSpPr txBox="1"/>
          <p:nvPr/>
        </p:nvSpPr>
        <p:spPr>
          <a:xfrm>
            <a:off x="721895" y="220959"/>
            <a:ext cx="5149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Customer Insights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04E78-0737-8710-3319-DA5DB5B408D4}"/>
              </a:ext>
            </a:extLst>
          </p:cNvPr>
          <p:cNvSpPr txBox="1"/>
          <p:nvPr/>
        </p:nvSpPr>
        <p:spPr>
          <a:xfrm>
            <a:off x="721895" y="1060562"/>
            <a:ext cx="10748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How many unique customers have placed orders?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BB3A0-8B21-230B-B6BE-0C0F6FFF9870}"/>
              </a:ext>
            </a:extLst>
          </p:cNvPr>
          <p:cNvSpPr txBox="1"/>
          <p:nvPr/>
        </p:nvSpPr>
        <p:spPr>
          <a:xfrm>
            <a:off x="721895" y="1825281"/>
            <a:ext cx="1479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5B295A-8A93-5E53-6A2C-8D718EC4589F}"/>
              </a:ext>
            </a:extLst>
          </p:cNvPr>
          <p:cNvSpPr txBox="1"/>
          <p:nvPr/>
        </p:nvSpPr>
        <p:spPr>
          <a:xfrm>
            <a:off x="7526865" y="1825281"/>
            <a:ext cx="1363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F2F373-89BF-26ED-4D07-3D8E146C0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95" y="2408172"/>
            <a:ext cx="4270538" cy="5170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F670EE-4E3B-ACD1-80D6-46708D661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1156" y="2353139"/>
            <a:ext cx="1951063" cy="6271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13A4E0C-558D-B916-7083-7984A207A3DE}"/>
              </a:ext>
            </a:extLst>
          </p:cNvPr>
          <p:cNvSpPr txBox="1"/>
          <p:nvPr/>
        </p:nvSpPr>
        <p:spPr>
          <a:xfrm>
            <a:off x="721895" y="3852333"/>
            <a:ext cx="4270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2E8A86-9564-8257-D79B-E564EFC52552}"/>
              </a:ext>
            </a:extLst>
          </p:cNvPr>
          <p:cNvSpPr txBox="1"/>
          <p:nvPr/>
        </p:nvSpPr>
        <p:spPr>
          <a:xfrm>
            <a:off x="721895" y="4252443"/>
            <a:ext cx="73744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query finds the total number of different customers who have placed orders in the store.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77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1B26B8-9051-CACE-E1AF-A082F13D46B0}"/>
              </a:ext>
            </a:extLst>
          </p:cNvPr>
          <p:cNvSpPr txBox="1"/>
          <p:nvPr/>
        </p:nvSpPr>
        <p:spPr>
          <a:xfrm>
            <a:off x="558799" y="623837"/>
            <a:ext cx="74845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Which customers have placed the highest number of orders?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DEFC38-D27D-E052-A5D9-E0FF46652FD7}"/>
              </a:ext>
            </a:extLst>
          </p:cNvPr>
          <p:cNvSpPr txBox="1"/>
          <p:nvPr/>
        </p:nvSpPr>
        <p:spPr>
          <a:xfrm>
            <a:off x="558800" y="1259357"/>
            <a:ext cx="193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40F746-DD47-CE3F-B9AC-87B451A64A5A}"/>
              </a:ext>
            </a:extLst>
          </p:cNvPr>
          <p:cNvSpPr txBox="1"/>
          <p:nvPr/>
        </p:nvSpPr>
        <p:spPr>
          <a:xfrm>
            <a:off x="7128933" y="1259357"/>
            <a:ext cx="20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CB2D0C-E028-374F-780F-F7BD26F17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769534"/>
            <a:ext cx="3623733" cy="13800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A084A7-4A0C-9429-F46A-B8AA1372CF20}"/>
              </a:ext>
            </a:extLst>
          </p:cNvPr>
          <p:cNvSpPr txBox="1"/>
          <p:nvPr/>
        </p:nvSpPr>
        <p:spPr>
          <a:xfrm>
            <a:off x="558800" y="4726057"/>
            <a:ext cx="307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B1BA48-BDA1-AC9C-1D61-96E5D9E353C2}"/>
              </a:ext>
            </a:extLst>
          </p:cNvPr>
          <p:cNvSpPr txBox="1"/>
          <p:nvPr/>
        </p:nvSpPr>
        <p:spPr>
          <a:xfrm>
            <a:off x="558799" y="5126167"/>
            <a:ext cx="77046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 identifies customers who placed the most orders, helping to find frequent buyers.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7553A8A-1C06-CAC6-01F8-38223FFB5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069" y="1769534"/>
            <a:ext cx="2048932" cy="244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633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597D7E-A485-4FB9-EAA1-DED9AB894B82}"/>
              </a:ext>
            </a:extLst>
          </p:cNvPr>
          <p:cNvSpPr txBox="1"/>
          <p:nvPr/>
        </p:nvSpPr>
        <p:spPr>
          <a:xfrm>
            <a:off x="795867" y="491067"/>
            <a:ext cx="772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What is the total and average purchase value per customer?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C503A4-6D03-BB60-F963-2806ABE296AE}"/>
              </a:ext>
            </a:extLst>
          </p:cNvPr>
          <p:cNvSpPr txBox="1"/>
          <p:nvPr/>
        </p:nvSpPr>
        <p:spPr>
          <a:xfrm>
            <a:off x="795867" y="1085910"/>
            <a:ext cx="1845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BFEBA2-1BDD-090A-170A-F5914676D486}"/>
              </a:ext>
            </a:extLst>
          </p:cNvPr>
          <p:cNvSpPr txBox="1"/>
          <p:nvPr/>
        </p:nvSpPr>
        <p:spPr>
          <a:xfrm>
            <a:off x="7903633" y="1085910"/>
            <a:ext cx="12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CD794A-B515-033C-BCFD-13F623C4E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67" y="1817303"/>
            <a:ext cx="4008467" cy="15469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96CC16-D0D5-B05E-DA44-783BAF8FA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264" y="1817303"/>
            <a:ext cx="2804403" cy="10592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2782A8-AD44-7652-CA63-1D0D7A6D10F3}"/>
              </a:ext>
            </a:extLst>
          </p:cNvPr>
          <p:cNvSpPr txBox="1"/>
          <p:nvPr/>
        </p:nvSpPr>
        <p:spPr>
          <a:xfrm>
            <a:off x="795868" y="4290423"/>
            <a:ext cx="165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3A95A7-7476-3DE0-0881-5BDE442CE267}"/>
              </a:ext>
            </a:extLst>
          </p:cNvPr>
          <p:cNvSpPr txBox="1"/>
          <p:nvPr/>
        </p:nvSpPr>
        <p:spPr>
          <a:xfrm>
            <a:off x="795867" y="4690533"/>
            <a:ext cx="72982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calculates how much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customer spent in total and their average purchase value.</a:t>
            </a:r>
          </a:p>
        </p:txBody>
      </p:sp>
    </p:spTree>
    <p:extLst>
      <p:ext uri="{BB962C8B-B14F-4D97-AF65-F5344CB8AC3E}">
        <p14:creationId xmlns:p14="http://schemas.microsoft.com/office/powerpoint/2010/main" val="2916553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97201E-6382-94BE-1748-2C7DFA0CCDB6}"/>
              </a:ext>
            </a:extLst>
          </p:cNvPr>
          <p:cNvSpPr txBox="1"/>
          <p:nvPr/>
        </p:nvSpPr>
        <p:spPr>
          <a:xfrm>
            <a:off x="770467" y="423332"/>
            <a:ext cx="8449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Who are the top 5 customers by total purchase amount?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99E5C0-06F3-53A5-7A70-5E5A32105D91}"/>
              </a:ext>
            </a:extLst>
          </p:cNvPr>
          <p:cNvSpPr txBox="1"/>
          <p:nvPr/>
        </p:nvSpPr>
        <p:spPr>
          <a:xfrm>
            <a:off x="770467" y="1205412"/>
            <a:ext cx="149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9CE0D9-DE1B-2B72-D106-78A53D707861}"/>
              </a:ext>
            </a:extLst>
          </p:cNvPr>
          <p:cNvSpPr txBox="1"/>
          <p:nvPr/>
        </p:nvSpPr>
        <p:spPr>
          <a:xfrm>
            <a:off x="7721599" y="1205412"/>
            <a:ext cx="190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96FC2B-9F84-DDEF-784E-F189BECCE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67" y="1889627"/>
            <a:ext cx="4054191" cy="15393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54E884-2D3D-15B1-4771-6700323B41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957"/>
          <a:stretch>
            <a:fillRect/>
          </a:stretch>
        </p:blipFill>
        <p:spPr>
          <a:xfrm>
            <a:off x="7348023" y="1889627"/>
            <a:ext cx="2278577" cy="10973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921B54-FF71-6711-6E57-E553166247DA}"/>
              </a:ext>
            </a:extLst>
          </p:cNvPr>
          <p:cNvSpPr txBox="1"/>
          <p:nvPr/>
        </p:nvSpPr>
        <p:spPr>
          <a:xfrm>
            <a:off x="770467" y="4216400"/>
            <a:ext cx="2912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ACD298-8755-2539-72D9-D64AC3B5512D}"/>
              </a:ext>
            </a:extLst>
          </p:cNvPr>
          <p:cNvSpPr txBox="1"/>
          <p:nvPr/>
        </p:nvSpPr>
        <p:spPr>
          <a:xfrm>
            <a:off x="770467" y="4616510"/>
            <a:ext cx="7493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query shows the top five customers who spent the highest amount in the store.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89AD7C-8EBB-21F4-C39F-EF1B18CF04F7}"/>
              </a:ext>
            </a:extLst>
          </p:cNvPr>
          <p:cNvSpPr txBox="1"/>
          <p:nvPr/>
        </p:nvSpPr>
        <p:spPr>
          <a:xfrm>
            <a:off x="855133" y="5427133"/>
            <a:ext cx="74083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These insights help businesses identify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loyal and valuable customers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8164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615718-1911-DAD3-C73C-5860805A8F8B}"/>
              </a:ext>
            </a:extLst>
          </p:cNvPr>
          <p:cNvSpPr txBox="1"/>
          <p:nvPr/>
        </p:nvSpPr>
        <p:spPr>
          <a:xfrm>
            <a:off x="897467" y="245533"/>
            <a:ext cx="3928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516E2C-A670-FD70-366F-5137C8464C4A}"/>
              </a:ext>
            </a:extLst>
          </p:cNvPr>
          <p:cNvSpPr txBox="1"/>
          <p:nvPr/>
        </p:nvSpPr>
        <p:spPr>
          <a:xfrm>
            <a:off x="897467" y="940375"/>
            <a:ext cx="632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How many products exist in each category?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1A481A-96BB-505A-26D3-B21536E4DAEA}"/>
              </a:ext>
            </a:extLst>
          </p:cNvPr>
          <p:cNvSpPr txBox="1"/>
          <p:nvPr/>
        </p:nvSpPr>
        <p:spPr>
          <a:xfrm>
            <a:off x="897467" y="1628745"/>
            <a:ext cx="2091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F02642-0D1A-529F-9E5B-5F4812CBD7CF}"/>
              </a:ext>
            </a:extLst>
          </p:cNvPr>
          <p:cNvSpPr txBox="1"/>
          <p:nvPr/>
        </p:nvSpPr>
        <p:spPr>
          <a:xfrm>
            <a:off x="7848600" y="1628745"/>
            <a:ext cx="2091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E68413-4BFB-4A46-8574-0270BB00A63A}"/>
              </a:ext>
            </a:extLst>
          </p:cNvPr>
          <p:cNvSpPr txBox="1"/>
          <p:nvPr/>
        </p:nvSpPr>
        <p:spPr>
          <a:xfrm>
            <a:off x="829733" y="4330020"/>
            <a:ext cx="1608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69CD0A-6C7E-FD9F-3FC4-BDDABB6E7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33" y="2028855"/>
            <a:ext cx="3726503" cy="12345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29B1D0-AC9E-8949-7081-8657F8E77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851" y="2028855"/>
            <a:ext cx="2568163" cy="10211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B103B2-C0E9-42DC-E0F2-356AE1EE76C0}"/>
              </a:ext>
            </a:extLst>
          </p:cNvPr>
          <p:cNvSpPr txBox="1"/>
          <p:nvPr/>
        </p:nvSpPr>
        <p:spPr>
          <a:xfrm>
            <a:off x="821266" y="4730130"/>
            <a:ext cx="7349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counts the number of products available in each product category.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468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703DC6-6190-2D97-1705-ACC4F76AC8DF}"/>
              </a:ext>
            </a:extLst>
          </p:cNvPr>
          <p:cNvSpPr txBox="1"/>
          <p:nvPr/>
        </p:nvSpPr>
        <p:spPr>
          <a:xfrm>
            <a:off x="931333" y="372534"/>
            <a:ext cx="645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average price of products by category?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DA5797-B62C-DCCC-CA58-5F58D6FFC2C2}"/>
              </a:ext>
            </a:extLst>
          </p:cNvPr>
          <p:cNvSpPr txBox="1"/>
          <p:nvPr/>
        </p:nvSpPr>
        <p:spPr>
          <a:xfrm>
            <a:off x="931333" y="975844"/>
            <a:ext cx="999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9961FA-1D56-4225-960A-27A4A94B45D9}"/>
              </a:ext>
            </a:extLst>
          </p:cNvPr>
          <p:cNvSpPr txBox="1"/>
          <p:nvPr/>
        </p:nvSpPr>
        <p:spPr>
          <a:xfrm>
            <a:off x="7797801" y="914400"/>
            <a:ext cx="1159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52A43E-518E-4063-1C22-69F9BB5AFD3B}"/>
              </a:ext>
            </a:extLst>
          </p:cNvPr>
          <p:cNvSpPr txBox="1"/>
          <p:nvPr/>
        </p:nvSpPr>
        <p:spPr>
          <a:xfrm>
            <a:off x="931334" y="3733800"/>
            <a:ext cx="1464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98BDFB-C583-94D1-154D-5A42A699C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33" y="1548376"/>
            <a:ext cx="3093988" cy="10745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5BF1C4-369E-CB22-F031-20EB9616F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2933" y="1548376"/>
            <a:ext cx="2423370" cy="10364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DCCDC9-3C4C-175F-4D5B-80AA755FE236}"/>
              </a:ext>
            </a:extLst>
          </p:cNvPr>
          <p:cNvSpPr txBox="1"/>
          <p:nvPr/>
        </p:nvSpPr>
        <p:spPr>
          <a:xfrm>
            <a:off x="931333" y="4207990"/>
            <a:ext cx="6273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query calculates the average price of products in each category.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6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FE99F2-A08A-3A7C-BDA2-6FD5B87BCE22}"/>
              </a:ext>
            </a:extLst>
          </p:cNvPr>
          <p:cNvSpPr txBox="1"/>
          <p:nvPr/>
        </p:nvSpPr>
        <p:spPr>
          <a:xfrm>
            <a:off x="804333" y="465667"/>
            <a:ext cx="8475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Which products have the highest total sales volume (by quantity)?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0F70D1-98EC-F941-C6AD-1C9D1F0EA069}"/>
              </a:ext>
            </a:extLst>
          </p:cNvPr>
          <p:cNvSpPr txBox="1"/>
          <p:nvPr/>
        </p:nvSpPr>
        <p:spPr>
          <a:xfrm>
            <a:off x="804333" y="1195401"/>
            <a:ext cx="105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3D8898-0744-8649-9FD8-F04417F47929}"/>
              </a:ext>
            </a:extLst>
          </p:cNvPr>
          <p:cNvSpPr txBox="1"/>
          <p:nvPr/>
        </p:nvSpPr>
        <p:spPr>
          <a:xfrm>
            <a:off x="8051800" y="1195401"/>
            <a:ext cx="105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14A34D-BA68-179A-D26A-D4C99A661B98}"/>
              </a:ext>
            </a:extLst>
          </p:cNvPr>
          <p:cNvSpPr txBox="1"/>
          <p:nvPr/>
        </p:nvSpPr>
        <p:spPr>
          <a:xfrm>
            <a:off x="804333" y="4089400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C02788-0524-3ED9-8B76-5FA653079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664" y="1562684"/>
            <a:ext cx="2362405" cy="40999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0747B9-4506-37DE-40A3-CD46BBB8C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33" y="1562684"/>
            <a:ext cx="4000847" cy="11430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A6F6FB-CFF4-25FF-CAE6-FC3787FE8D7B}"/>
              </a:ext>
            </a:extLst>
          </p:cNvPr>
          <p:cNvSpPr txBox="1"/>
          <p:nvPr/>
        </p:nvSpPr>
        <p:spPr>
          <a:xfrm>
            <a:off x="804333" y="4458732"/>
            <a:ext cx="5664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 identifies products that are sold the most based on total quantity ordered.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567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6FC1A3-1672-3C88-F585-DCD80BFE9E30}"/>
              </a:ext>
            </a:extLst>
          </p:cNvPr>
          <p:cNvSpPr txBox="1"/>
          <p:nvPr/>
        </p:nvSpPr>
        <p:spPr>
          <a:xfrm>
            <a:off x="685801" y="457200"/>
            <a:ext cx="6121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What is the total revenue generated by each product?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D6824D-3939-2E97-DB58-59F37C265D3A}"/>
              </a:ext>
            </a:extLst>
          </p:cNvPr>
          <p:cNvSpPr txBox="1"/>
          <p:nvPr/>
        </p:nvSpPr>
        <p:spPr>
          <a:xfrm>
            <a:off x="685801" y="1236134"/>
            <a:ext cx="999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FF20EC-1538-F776-7A5B-9BA88235A928}"/>
              </a:ext>
            </a:extLst>
          </p:cNvPr>
          <p:cNvSpPr txBox="1"/>
          <p:nvPr/>
        </p:nvSpPr>
        <p:spPr>
          <a:xfrm>
            <a:off x="7848601" y="123613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18B926-282B-4C21-8504-EA2A7A8B5C24}"/>
              </a:ext>
            </a:extLst>
          </p:cNvPr>
          <p:cNvSpPr txBox="1"/>
          <p:nvPr/>
        </p:nvSpPr>
        <p:spPr>
          <a:xfrm>
            <a:off x="685801" y="3784599"/>
            <a:ext cx="1405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4E9535-1661-9F7C-F9DB-346FD1B2A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822" y="1711780"/>
            <a:ext cx="2049958" cy="41456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7C7F0B-F405-9C75-7794-2CFB317E3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1" y="1705531"/>
            <a:ext cx="3810330" cy="10668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A53152-21C3-9E46-1259-2F95692B1B2E}"/>
              </a:ext>
            </a:extLst>
          </p:cNvPr>
          <p:cNvSpPr txBox="1"/>
          <p:nvPr/>
        </p:nvSpPr>
        <p:spPr>
          <a:xfrm>
            <a:off x="685801" y="4153931"/>
            <a:ext cx="4775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total revenue earned from each product.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889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025AE4-2C50-6104-EA3B-45F7277337A5}"/>
              </a:ext>
            </a:extLst>
          </p:cNvPr>
          <p:cNvSpPr txBox="1"/>
          <p:nvPr/>
        </p:nvSpPr>
        <p:spPr>
          <a:xfrm>
            <a:off x="762000" y="442836"/>
            <a:ext cx="6036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How do product sales vary by category and supplier?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85B8BA-A798-B3E6-661C-34864753FBFD}"/>
              </a:ext>
            </a:extLst>
          </p:cNvPr>
          <p:cNvSpPr txBox="1"/>
          <p:nvPr/>
        </p:nvSpPr>
        <p:spPr>
          <a:xfrm>
            <a:off x="889000" y="1227667"/>
            <a:ext cx="1100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E243FF-01D1-FF10-67EF-4A6034B0F686}"/>
              </a:ext>
            </a:extLst>
          </p:cNvPr>
          <p:cNvSpPr txBox="1"/>
          <p:nvPr/>
        </p:nvSpPr>
        <p:spPr>
          <a:xfrm>
            <a:off x="7649633" y="1227667"/>
            <a:ext cx="1837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EF0652-52DB-5BA3-BB2D-B8788542941A}"/>
              </a:ext>
            </a:extLst>
          </p:cNvPr>
          <p:cNvSpPr txBox="1"/>
          <p:nvPr/>
        </p:nvSpPr>
        <p:spPr>
          <a:xfrm>
            <a:off x="889001" y="4385733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A34F74-363D-2956-E1F3-67DC1CEFB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734" y="1824851"/>
            <a:ext cx="3154953" cy="32082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6689E0-73E9-937F-91A8-893D8B65A7DB}"/>
              </a:ext>
            </a:extLst>
          </p:cNvPr>
          <p:cNvSpPr txBox="1"/>
          <p:nvPr/>
        </p:nvSpPr>
        <p:spPr>
          <a:xfrm>
            <a:off x="829733" y="4755065"/>
            <a:ext cx="596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query analyzes product sales across different categories and suppliers to understand their contribution to revenue.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22A1B7-B701-AA53-8AF8-88747E7BB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784101"/>
            <a:ext cx="4511431" cy="15393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CD6DEDB-F345-A300-C832-E06C35BD3BD6}"/>
              </a:ext>
            </a:extLst>
          </p:cNvPr>
          <p:cNvSpPr txBox="1"/>
          <p:nvPr/>
        </p:nvSpPr>
        <p:spPr>
          <a:xfrm>
            <a:off x="948267" y="5817324"/>
            <a:ext cx="56726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-This helps identify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high-demand and profitable products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9330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1F37B7-38E5-B716-C893-EA4F9240E6F0}"/>
              </a:ext>
            </a:extLst>
          </p:cNvPr>
          <p:cNvSpPr txBox="1"/>
          <p:nvPr/>
        </p:nvSpPr>
        <p:spPr>
          <a:xfrm>
            <a:off x="728133" y="228600"/>
            <a:ext cx="447886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rgbClr val="FF0000"/>
                </a:solidFill>
              </a:rPr>
              <a:t>Sales &amp; Order Trends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EBB5A0-7063-8857-8D74-FFD04EAFE7CB}"/>
              </a:ext>
            </a:extLst>
          </p:cNvPr>
          <p:cNvSpPr txBox="1"/>
          <p:nvPr/>
        </p:nvSpPr>
        <p:spPr>
          <a:xfrm>
            <a:off x="728133" y="948267"/>
            <a:ext cx="53255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How many orders have been placed in total?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BB0D9-77DD-10F9-86E9-8CF6F6B1DC11}"/>
              </a:ext>
            </a:extLst>
          </p:cNvPr>
          <p:cNvSpPr txBox="1"/>
          <p:nvPr/>
        </p:nvSpPr>
        <p:spPr>
          <a:xfrm>
            <a:off x="728133" y="1776399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6AEB44-2085-DDD3-A2F5-080F577067EE}"/>
              </a:ext>
            </a:extLst>
          </p:cNvPr>
          <p:cNvSpPr txBox="1"/>
          <p:nvPr/>
        </p:nvSpPr>
        <p:spPr>
          <a:xfrm>
            <a:off x="8043333" y="1794933"/>
            <a:ext cx="956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3E6A99-4215-B52C-CD1B-AB9061496A62}"/>
              </a:ext>
            </a:extLst>
          </p:cNvPr>
          <p:cNvSpPr txBox="1"/>
          <p:nvPr/>
        </p:nvSpPr>
        <p:spPr>
          <a:xfrm>
            <a:off x="728133" y="3908975"/>
            <a:ext cx="154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488D75-5433-EC24-DDD1-9806B90EF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33" y="2162328"/>
            <a:ext cx="2865368" cy="6020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6202EC-666C-E3F1-F950-6355365E0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333" y="2162328"/>
            <a:ext cx="1249788" cy="4572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D4AE4D1-5816-4A5D-857A-73C448D519EA}"/>
              </a:ext>
            </a:extLst>
          </p:cNvPr>
          <p:cNvSpPr txBox="1"/>
          <p:nvPr/>
        </p:nvSpPr>
        <p:spPr>
          <a:xfrm>
            <a:off x="728133" y="4278307"/>
            <a:ext cx="55456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counts the total number of orders placed in the grocery store.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628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07F789-D221-8901-85A9-ABF0597FF58D}"/>
              </a:ext>
            </a:extLst>
          </p:cNvPr>
          <p:cNvSpPr txBox="1"/>
          <p:nvPr/>
        </p:nvSpPr>
        <p:spPr>
          <a:xfrm>
            <a:off x="694267" y="457200"/>
            <a:ext cx="726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What is the average value per order?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70BAF-64D3-FACF-DD5F-BD1C05820320}"/>
              </a:ext>
            </a:extLst>
          </p:cNvPr>
          <p:cNvSpPr txBox="1"/>
          <p:nvPr/>
        </p:nvSpPr>
        <p:spPr>
          <a:xfrm>
            <a:off x="812800" y="1185333"/>
            <a:ext cx="130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4BCD77-AC00-0612-0F0F-C48D235D361C}"/>
              </a:ext>
            </a:extLst>
          </p:cNvPr>
          <p:cNvSpPr txBox="1"/>
          <p:nvPr/>
        </p:nvSpPr>
        <p:spPr>
          <a:xfrm>
            <a:off x="7704666" y="1185333"/>
            <a:ext cx="1024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84E385-C9B1-B3C8-BBEA-E527267BEC23}"/>
              </a:ext>
            </a:extLst>
          </p:cNvPr>
          <p:cNvSpPr txBox="1"/>
          <p:nvPr/>
        </p:nvSpPr>
        <p:spPr>
          <a:xfrm>
            <a:off x="698499" y="4123267"/>
            <a:ext cx="153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95A6F-5FF8-CAB0-657E-F3FDD536AD98}"/>
              </a:ext>
            </a:extLst>
          </p:cNvPr>
          <p:cNvSpPr txBox="1"/>
          <p:nvPr/>
        </p:nvSpPr>
        <p:spPr>
          <a:xfrm>
            <a:off x="694267" y="4487390"/>
            <a:ext cx="591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calculates the average amount spent per order by customers.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027844-43FE-88C9-FFD0-ECC3E7147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554665"/>
            <a:ext cx="2872989" cy="5410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A4427D-3355-0FBF-4912-BD2801311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720" y="1554665"/>
            <a:ext cx="1386960" cy="41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656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CEE63E-37A9-5550-93E7-0C728B679008}"/>
              </a:ext>
            </a:extLst>
          </p:cNvPr>
          <p:cNvSpPr txBox="1"/>
          <p:nvPr/>
        </p:nvSpPr>
        <p:spPr>
          <a:xfrm>
            <a:off x="698499" y="357012"/>
            <a:ext cx="7120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On which dates were the most orders placed?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440FCE-999C-9FBD-A8D6-80F3141C7E1B}"/>
              </a:ext>
            </a:extLst>
          </p:cNvPr>
          <p:cNvSpPr txBox="1"/>
          <p:nvPr/>
        </p:nvSpPr>
        <p:spPr>
          <a:xfrm>
            <a:off x="698499" y="1185333"/>
            <a:ext cx="130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DA577E-3DE6-1A48-402F-24E8E1013DA9}"/>
              </a:ext>
            </a:extLst>
          </p:cNvPr>
          <p:cNvSpPr txBox="1"/>
          <p:nvPr/>
        </p:nvSpPr>
        <p:spPr>
          <a:xfrm>
            <a:off x="7704666" y="1185333"/>
            <a:ext cx="1024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CFC733-8414-291C-DD75-735A0BBE458B}"/>
              </a:ext>
            </a:extLst>
          </p:cNvPr>
          <p:cNvSpPr txBox="1"/>
          <p:nvPr/>
        </p:nvSpPr>
        <p:spPr>
          <a:xfrm>
            <a:off x="698499" y="4123267"/>
            <a:ext cx="153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85B848-C18C-695E-3A9C-CC1289802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99" y="1554665"/>
            <a:ext cx="3353091" cy="9525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54B3B7-6809-A025-8130-3D6D198F3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182" y="1565131"/>
            <a:ext cx="1882303" cy="410753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DB3EF2B-6138-9410-852B-44D8F68B24F0}"/>
              </a:ext>
            </a:extLst>
          </p:cNvPr>
          <p:cNvSpPr txBox="1"/>
          <p:nvPr/>
        </p:nvSpPr>
        <p:spPr>
          <a:xfrm>
            <a:off x="698499" y="4491075"/>
            <a:ext cx="4817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calculates the average amount spent per order by customers.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897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CCFFB6-AE7D-30D5-806A-394DA324BEA8}"/>
              </a:ext>
            </a:extLst>
          </p:cNvPr>
          <p:cNvSpPr txBox="1"/>
          <p:nvPr/>
        </p:nvSpPr>
        <p:spPr>
          <a:xfrm>
            <a:off x="698499" y="400502"/>
            <a:ext cx="688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What are the monthly trends in order volume and revenue?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0EE070-0F32-0E00-07B6-D78594973264}"/>
              </a:ext>
            </a:extLst>
          </p:cNvPr>
          <p:cNvSpPr txBox="1"/>
          <p:nvPr/>
        </p:nvSpPr>
        <p:spPr>
          <a:xfrm>
            <a:off x="698499" y="1169944"/>
            <a:ext cx="130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2E869C-8531-FB14-F195-C28472D05C1C}"/>
              </a:ext>
            </a:extLst>
          </p:cNvPr>
          <p:cNvSpPr txBox="1"/>
          <p:nvPr/>
        </p:nvSpPr>
        <p:spPr>
          <a:xfrm>
            <a:off x="7704666" y="1185333"/>
            <a:ext cx="1024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4B4D95-8560-131F-B796-87EC39AC312D}"/>
              </a:ext>
            </a:extLst>
          </p:cNvPr>
          <p:cNvSpPr txBox="1"/>
          <p:nvPr/>
        </p:nvSpPr>
        <p:spPr>
          <a:xfrm>
            <a:off x="698499" y="4123267"/>
            <a:ext cx="153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B3D795-AA2B-CD7A-1F7E-BD75A1DF9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99" y="1554665"/>
            <a:ext cx="3269263" cy="16232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930446-C6C5-CBE0-FFA2-5DDB2AEAC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2834" y="1554665"/>
            <a:ext cx="2408129" cy="22023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A77A15-5DAD-CF8B-2635-61B2E2A6565E}"/>
              </a:ext>
            </a:extLst>
          </p:cNvPr>
          <p:cNvSpPr txBox="1"/>
          <p:nvPr/>
        </p:nvSpPr>
        <p:spPr>
          <a:xfrm>
            <a:off x="698499" y="4492599"/>
            <a:ext cx="5672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analyzes how order count and revenue change across different months.</a:t>
            </a:r>
          </a:p>
        </p:txBody>
      </p:sp>
    </p:spTree>
    <p:extLst>
      <p:ext uri="{BB962C8B-B14F-4D97-AF65-F5344CB8AC3E}">
        <p14:creationId xmlns:p14="http://schemas.microsoft.com/office/powerpoint/2010/main" val="3792761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A5452D-A50E-1ACC-CE09-D1D8EB34BE37}"/>
              </a:ext>
            </a:extLst>
          </p:cNvPr>
          <p:cNvSpPr txBox="1"/>
          <p:nvPr/>
        </p:nvSpPr>
        <p:spPr>
          <a:xfrm>
            <a:off x="846667" y="358745"/>
            <a:ext cx="698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How do order patterns vary across weekdays and weekends?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B55C67-D899-4549-07D9-FAC53CE276D1}"/>
              </a:ext>
            </a:extLst>
          </p:cNvPr>
          <p:cNvSpPr txBox="1"/>
          <p:nvPr/>
        </p:nvSpPr>
        <p:spPr>
          <a:xfrm>
            <a:off x="812800" y="1185333"/>
            <a:ext cx="130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69BF3B-4EF8-7F0D-2572-F654B35633BD}"/>
              </a:ext>
            </a:extLst>
          </p:cNvPr>
          <p:cNvSpPr txBox="1"/>
          <p:nvPr/>
        </p:nvSpPr>
        <p:spPr>
          <a:xfrm>
            <a:off x="7704666" y="1185333"/>
            <a:ext cx="1024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7F6BCD-5FB7-ABCC-8AE0-E4DF413631D9}"/>
              </a:ext>
            </a:extLst>
          </p:cNvPr>
          <p:cNvSpPr txBox="1"/>
          <p:nvPr/>
        </p:nvSpPr>
        <p:spPr>
          <a:xfrm>
            <a:off x="698499" y="4123267"/>
            <a:ext cx="153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926D2F-DA91-0383-707D-1D061ACA4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67" y="1554665"/>
            <a:ext cx="2720576" cy="10745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022839-B2F8-DEDF-4ED5-7CCA1E58B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230" y="1554665"/>
            <a:ext cx="1821338" cy="14174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FDA2A25-B412-F44D-3F01-5709811EE6C8}"/>
              </a:ext>
            </a:extLst>
          </p:cNvPr>
          <p:cNvSpPr txBox="1"/>
          <p:nvPr/>
        </p:nvSpPr>
        <p:spPr>
          <a:xfrm>
            <a:off x="698499" y="4492599"/>
            <a:ext cx="7230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query compares order patterns between weekdays and weekends to understand customer buying behavior.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15BB7F-489F-9391-EEA4-29C040F081CF}"/>
              </a:ext>
            </a:extLst>
          </p:cNvPr>
          <p:cNvSpPr txBox="1"/>
          <p:nvPr/>
        </p:nvSpPr>
        <p:spPr>
          <a:xfrm>
            <a:off x="846667" y="5774267"/>
            <a:ext cx="6459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-These insights help in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planning and forecasting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04663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FDAE3D-28AA-B671-0D93-D654D2EA0B14}"/>
              </a:ext>
            </a:extLst>
          </p:cNvPr>
          <p:cNvSpPr txBox="1"/>
          <p:nvPr/>
        </p:nvSpPr>
        <p:spPr>
          <a:xfrm>
            <a:off x="745067" y="203201"/>
            <a:ext cx="40301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 Contribution</a:t>
            </a:r>
            <a:endParaRPr lang="en-IN" sz="32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CB7622-56E2-E717-6B01-8454AA36FA8E}"/>
              </a:ext>
            </a:extLst>
          </p:cNvPr>
          <p:cNvSpPr txBox="1"/>
          <p:nvPr/>
        </p:nvSpPr>
        <p:spPr>
          <a:xfrm>
            <a:off x="745067" y="1564731"/>
            <a:ext cx="130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E55E32-4536-6076-7567-A59621114A2B}"/>
              </a:ext>
            </a:extLst>
          </p:cNvPr>
          <p:cNvSpPr txBox="1"/>
          <p:nvPr/>
        </p:nvSpPr>
        <p:spPr>
          <a:xfrm>
            <a:off x="7704666" y="1564731"/>
            <a:ext cx="1024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026AA8-625D-434E-867F-E3930095F056}"/>
              </a:ext>
            </a:extLst>
          </p:cNvPr>
          <p:cNvSpPr txBox="1"/>
          <p:nvPr/>
        </p:nvSpPr>
        <p:spPr>
          <a:xfrm>
            <a:off x="698497" y="4688471"/>
            <a:ext cx="153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0D219B-7498-580F-9353-5FDB6E5678EE}"/>
              </a:ext>
            </a:extLst>
          </p:cNvPr>
          <p:cNvSpPr txBox="1"/>
          <p:nvPr/>
        </p:nvSpPr>
        <p:spPr>
          <a:xfrm>
            <a:off x="698497" y="901734"/>
            <a:ext cx="5545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How many suppliers are there in the database?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7F8D37-9CA7-496F-06D5-A2C20EF23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666" y="1934063"/>
            <a:ext cx="1249788" cy="4496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C21CBE-873B-D746-A8F7-8F2BD36C3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97" y="1934063"/>
            <a:ext cx="2842506" cy="6629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E29ED94-C41D-FC12-F111-7203333958A8}"/>
              </a:ext>
            </a:extLst>
          </p:cNvPr>
          <p:cNvSpPr txBox="1"/>
          <p:nvPr/>
        </p:nvSpPr>
        <p:spPr>
          <a:xfrm>
            <a:off x="698497" y="5057803"/>
            <a:ext cx="5604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counts the total number of suppliers providing products to the store.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856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00223E-A947-3D13-C127-BE1C72A58694}"/>
              </a:ext>
            </a:extLst>
          </p:cNvPr>
          <p:cNvSpPr txBox="1"/>
          <p:nvPr/>
        </p:nvSpPr>
        <p:spPr>
          <a:xfrm>
            <a:off x="812800" y="1185333"/>
            <a:ext cx="130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DB854B-B911-D21B-57F8-2B6C93A24A2C}"/>
              </a:ext>
            </a:extLst>
          </p:cNvPr>
          <p:cNvSpPr txBox="1"/>
          <p:nvPr/>
        </p:nvSpPr>
        <p:spPr>
          <a:xfrm>
            <a:off x="7704666" y="1185333"/>
            <a:ext cx="1024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447802-FF6C-65D4-30DE-B1CF6F8B6B63}"/>
              </a:ext>
            </a:extLst>
          </p:cNvPr>
          <p:cNvSpPr txBox="1"/>
          <p:nvPr/>
        </p:nvSpPr>
        <p:spPr>
          <a:xfrm>
            <a:off x="698499" y="4123267"/>
            <a:ext cx="153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D8F67F-398F-1742-B2F4-5F04EFF57A34}"/>
              </a:ext>
            </a:extLst>
          </p:cNvPr>
          <p:cNvSpPr txBox="1"/>
          <p:nvPr/>
        </p:nvSpPr>
        <p:spPr>
          <a:xfrm>
            <a:off x="698499" y="406400"/>
            <a:ext cx="614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Which supplier provides the most products?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505035-2EA1-D6F5-3FD4-50C3D9CD9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506" y="1554665"/>
            <a:ext cx="1912786" cy="10897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C34FE6-70CD-DAFE-65A2-90A5AF0A8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99" y="1554665"/>
            <a:ext cx="3589331" cy="11202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923CB6E-47E6-59F7-3872-FCE6521BC219}"/>
              </a:ext>
            </a:extLst>
          </p:cNvPr>
          <p:cNvSpPr txBox="1"/>
          <p:nvPr/>
        </p:nvSpPr>
        <p:spPr>
          <a:xfrm>
            <a:off x="698499" y="4492599"/>
            <a:ext cx="622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query identifies the supplier who supplies the highest number of products.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6235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BCF2B3-2D32-E578-15E6-58672C59006B}"/>
              </a:ext>
            </a:extLst>
          </p:cNvPr>
          <p:cNvSpPr txBox="1"/>
          <p:nvPr/>
        </p:nvSpPr>
        <p:spPr>
          <a:xfrm>
            <a:off x="698497" y="516466"/>
            <a:ext cx="716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What is the average price of products from each supplier?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D68F3F-08EB-F06B-0E7A-121530772F2C}"/>
              </a:ext>
            </a:extLst>
          </p:cNvPr>
          <p:cNvSpPr txBox="1"/>
          <p:nvPr/>
        </p:nvSpPr>
        <p:spPr>
          <a:xfrm>
            <a:off x="745067" y="1564731"/>
            <a:ext cx="130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1E9794-4F3B-1BF9-AC1A-8E8700C76F4E}"/>
              </a:ext>
            </a:extLst>
          </p:cNvPr>
          <p:cNvSpPr txBox="1"/>
          <p:nvPr/>
        </p:nvSpPr>
        <p:spPr>
          <a:xfrm>
            <a:off x="7704666" y="1564731"/>
            <a:ext cx="1024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D4C221-7581-437D-FBF1-53374FE8F561}"/>
              </a:ext>
            </a:extLst>
          </p:cNvPr>
          <p:cNvSpPr txBox="1"/>
          <p:nvPr/>
        </p:nvSpPr>
        <p:spPr>
          <a:xfrm>
            <a:off x="698497" y="4688471"/>
            <a:ext cx="153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915A09-E4BA-61DD-607F-A8D41DB88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420" y="1934063"/>
            <a:ext cx="2270957" cy="10592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717A91-9FEA-C122-271E-FA0D53B0B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67" y="1934063"/>
            <a:ext cx="3627434" cy="11812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DD6E3E7-4D67-3C00-5D4C-9F34C947E54F}"/>
              </a:ext>
            </a:extLst>
          </p:cNvPr>
          <p:cNvSpPr txBox="1"/>
          <p:nvPr/>
        </p:nvSpPr>
        <p:spPr>
          <a:xfrm>
            <a:off x="745067" y="5057803"/>
            <a:ext cx="6197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calculates the average price of products supplied by each supplier.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628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513C6F-7CD8-2488-773C-39E4FD8564DF}"/>
              </a:ext>
            </a:extLst>
          </p:cNvPr>
          <p:cNvSpPr txBox="1"/>
          <p:nvPr/>
        </p:nvSpPr>
        <p:spPr>
          <a:xfrm>
            <a:off x="698497" y="1380065"/>
            <a:ext cx="130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CEF7FF-620C-D979-EF42-8F4DBB379BD4}"/>
              </a:ext>
            </a:extLst>
          </p:cNvPr>
          <p:cNvSpPr txBox="1"/>
          <p:nvPr/>
        </p:nvSpPr>
        <p:spPr>
          <a:xfrm>
            <a:off x="7675033" y="1380065"/>
            <a:ext cx="1024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2F3E9D-DB46-A3EA-9E05-8CC8633822B5}"/>
              </a:ext>
            </a:extLst>
          </p:cNvPr>
          <p:cNvSpPr txBox="1"/>
          <p:nvPr/>
        </p:nvSpPr>
        <p:spPr>
          <a:xfrm>
            <a:off x="698497" y="4688471"/>
            <a:ext cx="153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3A457A-0DC8-D61C-7ADE-94AFC6B701B8}"/>
              </a:ext>
            </a:extLst>
          </p:cNvPr>
          <p:cNvSpPr txBox="1"/>
          <p:nvPr/>
        </p:nvSpPr>
        <p:spPr>
          <a:xfrm>
            <a:off x="677333" y="508000"/>
            <a:ext cx="838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Which suppliers contribute the most to total product sales (by revenue)?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9C0FDB-45ED-A427-8B84-D462B265321C}"/>
              </a:ext>
            </a:extLst>
          </p:cNvPr>
          <p:cNvSpPr txBox="1"/>
          <p:nvPr/>
        </p:nvSpPr>
        <p:spPr>
          <a:xfrm>
            <a:off x="745067" y="5057803"/>
            <a:ext cx="744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query finds the suppliers who generate the highest revenue through product sales.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E6EA00-2874-2135-2038-6AB996699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218" y="1749397"/>
            <a:ext cx="2248095" cy="11964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D582C7-F8BF-AC7C-144F-358E69DF5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97" y="1749397"/>
            <a:ext cx="3810330" cy="12955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14C12E-8DC2-A3C9-7911-5B1CA0674A3B}"/>
              </a:ext>
            </a:extLst>
          </p:cNvPr>
          <p:cNvSpPr txBox="1"/>
          <p:nvPr/>
        </p:nvSpPr>
        <p:spPr>
          <a:xfrm>
            <a:off x="745067" y="5867400"/>
            <a:ext cx="73829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-This helps evaluate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operations efficiency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46886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0671CA-80C6-3DA6-8A42-62C2B5164DA1}"/>
              </a:ext>
            </a:extLst>
          </p:cNvPr>
          <p:cNvSpPr txBox="1"/>
          <p:nvPr/>
        </p:nvSpPr>
        <p:spPr>
          <a:xfrm>
            <a:off x="698497" y="195125"/>
            <a:ext cx="530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Employee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7CF5B7-79B5-E5FE-268B-BA71363D4BA5}"/>
              </a:ext>
            </a:extLst>
          </p:cNvPr>
          <p:cNvSpPr txBox="1"/>
          <p:nvPr/>
        </p:nvSpPr>
        <p:spPr>
          <a:xfrm>
            <a:off x="698497" y="979955"/>
            <a:ext cx="576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How many employees have processed orders?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8A0036-F64D-FF6D-0766-303AD69DBA26}"/>
              </a:ext>
            </a:extLst>
          </p:cNvPr>
          <p:cNvSpPr txBox="1"/>
          <p:nvPr/>
        </p:nvSpPr>
        <p:spPr>
          <a:xfrm>
            <a:off x="698497" y="1690915"/>
            <a:ext cx="130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BD05B6-53E7-B883-91B8-E45C88622671}"/>
              </a:ext>
            </a:extLst>
          </p:cNvPr>
          <p:cNvSpPr txBox="1"/>
          <p:nvPr/>
        </p:nvSpPr>
        <p:spPr>
          <a:xfrm>
            <a:off x="7743688" y="1690915"/>
            <a:ext cx="1024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2D3645-82AA-FA54-FD5D-E33AA19AB2D5}"/>
              </a:ext>
            </a:extLst>
          </p:cNvPr>
          <p:cNvSpPr txBox="1"/>
          <p:nvPr/>
        </p:nvSpPr>
        <p:spPr>
          <a:xfrm>
            <a:off x="698497" y="4688471"/>
            <a:ext cx="153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EDC1C5-A266-B240-DE75-29A446B50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688" y="2060247"/>
            <a:ext cx="1737511" cy="4267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00D5A64-5D46-BE5B-0167-CC9BB70B3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93" y="2060247"/>
            <a:ext cx="4054191" cy="4953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76176D-D0A2-DB04-3FFC-57661A95B77B}"/>
              </a:ext>
            </a:extLst>
          </p:cNvPr>
          <p:cNvSpPr txBox="1"/>
          <p:nvPr/>
        </p:nvSpPr>
        <p:spPr>
          <a:xfrm>
            <a:off x="693093" y="5057803"/>
            <a:ext cx="6138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 counts the number of employees who handled customer orders.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7156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5509E6-2671-CEBE-E794-E2785E4A3EB8}"/>
              </a:ext>
            </a:extLst>
          </p:cNvPr>
          <p:cNvSpPr txBox="1"/>
          <p:nvPr/>
        </p:nvSpPr>
        <p:spPr>
          <a:xfrm>
            <a:off x="872067" y="431800"/>
            <a:ext cx="660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Which employees have handled the most orders?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E2C9A9-0355-AEB7-4168-821A37D466DA}"/>
              </a:ext>
            </a:extLst>
          </p:cNvPr>
          <p:cNvSpPr txBox="1"/>
          <p:nvPr/>
        </p:nvSpPr>
        <p:spPr>
          <a:xfrm>
            <a:off x="698497" y="1380065"/>
            <a:ext cx="130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48BECD-22F3-FCC2-27B7-A60A05BFF6E5}"/>
              </a:ext>
            </a:extLst>
          </p:cNvPr>
          <p:cNvSpPr txBox="1"/>
          <p:nvPr/>
        </p:nvSpPr>
        <p:spPr>
          <a:xfrm>
            <a:off x="7675033" y="1380065"/>
            <a:ext cx="1024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CEAC8-A3F0-040B-969E-A12DFD5ECE55}"/>
              </a:ext>
            </a:extLst>
          </p:cNvPr>
          <p:cNvSpPr txBox="1"/>
          <p:nvPr/>
        </p:nvSpPr>
        <p:spPr>
          <a:xfrm>
            <a:off x="698497" y="4688471"/>
            <a:ext cx="153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648784-70F8-ED78-3590-EC6DC9EE9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05" y="1749397"/>
            <a:ext cx="2331922" cy="19204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6A12B1-9AA2-6402-8197-AD80EA85A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97" y="1749397"/>
            <a:ext cx="3993226" cy="10821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4EE0D1-397D-1993-4967-9AF0A59B77A2}"/>
              </a:ext>
            </a:extLst>
          </p:cNvPr>
          <p:cNvSpPr txBox="1"/>
          <p:nvPr/>
        </p:nvSpPr>
        <p:spPr>
          <a:xfrm>
            <a:off x="698497" y="5057803"/>
            <a:ext cx="7332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identifies employees who processed the highest number of orders.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8015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6D9301-A020-E9DF-7588-0450EB8753FC}"/>
              </a:ext>
            </a:extLst>
          </p:cNvPr>
          <p:cNvSpPr txBox="1"/>
          <p:nvPr/>
        </p:nvSpPr>
        <p:spPr>
          <a:xfrm>
            <a:off x="914399" y="381000"/>
            <a:ext cx="71797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What is the total sales value processed by each employee?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5BA309-F73B-2006-B0D9-E8B2938764ED}"/>
              </a:ext>
            </a:extLst>
          </p:cNvPr>
          <p:cNvSpPr txBox="1"/>
          <p:nvPr/>
        </p:nvSpPr>
        <p:spPr>
          <a:xfrm>
            <a:off x="698497" y="1380065"/>
            <a:ext cx="130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7B7EBC-65E8-F053-5ABC-1AAF836321BD}"/>
              </a:ext>
            </a:extLst>
          </p:cNvPr>
          <p:cNvSpPr txBox="1"/>
          <p:nvPr/>
        </p:nvSpPr>
        <p:spPr>
          <a:xfrm>
            <a:off x="7675033" y="1380065"/>
            <a:ext cx="1024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054A0A-21F7-2CD2-B794-5EBB20177546}"/>
              </a:ext>
            </a:extLst>
          </p:cNvPr>
          <p:cNvSpPr txBox="1"/>
          <p:nvPr/>
        </p:nvSpPr>
        <p:spPr>
          <a:xfrm>
            <a:off x="698497" y="4688471"/>
            <a:ext cx="153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7AB661-6B9C-041F-6904-C26BD154B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339" y="1749397"/>
            <a:ext cx="2011854" cy="18670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E4D237-3755-BFF5-B0B2-A4DDD852A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97" y="1749397"/>
            <a:ext cx="3848433" cy="14555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7C9260B-D6FF-2C0C-C55A-DC9419887FAF}"/>
              </a:ext>
            </a:extLst>
          </p:cNvPr>
          <p:cNvSpPr txBox="1"/>
          <p:nvPr/>
        </p:nvSpPr>
        <p:spPr>
          <a:xfrm>
            <a:off x="698497" y="5042188"/>
            <a:ext cx="495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calculates the total sales amount handled by each employee.</a:t>
            </a:r>
          </a:p>
        </p:txBody>
      </p:sp>
    </p:spTree>
    <p:extLst>
      <p:ext uri="{BB962C8B-B14F-4D97-AF65-F5344CB8AC3E}">
        <p14:creationId xmlns:p14="http://schemas.microsoft.com/office/powerpoint/2010/main" val="34755849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76A1E3-6B22-BEF3-F692-C254C75D664F}"/>
              </a:ext>
            </a:extLst>
          </p:cNvPr>
          <p:cNvSpPr txBox="1"/>
          <p:nvPr/>
        </p:nvSpPr>
        <p:spPr>
          <a:xfrm>
            <a:off x="1007533" y="347133"/>
            <a:ext cx="683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What is the average order value handled per employee?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74029F-C92D-3FAD-19DD-AE8F1DCC9CB4}"/>
              </a:ext>
            </a:extLst>
          </p:cNvPr>
          <p:cNvSpPr txBox="1"/>
          <p:nvPr/>
        </p:nvSpPr>
        <p:spPr>
          <a:xfrm>
            <a:off x="698497" y="1380065"/>
            <a:ext cx="130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FB04A4-2B5B-A702-B6A1-5CC94D95F663}"/>
              </a:ext>
            </a:extLst>
          </p:cNvPr>
          <p:cNvSpPr txBox="1"/>
          <p:nvPr/>
        </p:nvSpPr>
        <p:spPr>
          <a:xfrm>
            <a:off x="7675033" y="1380065"/>
            <a:ext cx="1024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4A401D-0D5E-93A6-A3F8-F26C992A86F3}"/>
              </a:ext>
            </a:extLst>
          </p:cNvPr>
          <p:cNvSpPr txBox="1"/>
          <p:nvPr/>
        </p:nvSpPr>
        <p:spPr>
          <a:xfrm>
            <a:off x="698497" y="4688471"/>
            <a:ext cx="153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58015D-3C0D-A763-2671-2CCEA1A32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287" y="1749397"/>
            <a:ext cx="2049958" cy="18823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757737-F468-A18E-5358-BF805ECE4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97" y="1746223"/>
            <a:ext cx="3764606" cy="19432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5A25D7F-44AB-8A0F-D783-3BA44A1F3E03}"/>
              </a:ext>
            </a:extLst>
          </p:cNvPr>
          <p:cNvSpPr txBox="1"/>
          <p:nvPr/>
        </p:nvSpPr>
        <p:spPr>
          <a:xfrm>
            <a:off x="706966" y="5139381"/>
            <a:ext cx="69680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query calculates the average order value managed by each employee.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FF50AC-1F03-B194-5283-11C469E54B11}"/>
              </a:ext>
            </a:extLst>
          </p:cNvPr>
          <p:cNvSpPr txBox="1"/>
          <p:nvPr/>
        </p:nvSpPr>
        <p:spPr>
          <a:xfrm>
            <a:off x="706966" y="5887506"/>
            <a:ext cx="53043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-This helps evaluate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operations efficiency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44409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7B10BF-7077-B4E3-F119-055D4414E0C2}"/>
              </a:ext>
            </a:extLst>
          </p:cNvPr>
          <p:cNvSpPr txBox="1"/>
          <p:nvPr/>
        </p:nvSpPr>
        <p:spPr>
          <a:xfrm>
            <a:off x="702733" y="169333"/>
            <a:ext cx="50207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Order Details Deep Dive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B1A20E-BEB9-D13A-B7A9-E0E236AF62F0}"/>
              </a:ext>
            </a:extLst>
          </p:cNvPr>
          <p:cNvSpPr txBox="1"/>
          <p:nvPr/>
        </p:nvSpPr>
        <p:spPr>
          <a:xfrm>
            <a:off x="698497" y="875496"/>
            <a:ext cx="87545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What is the relationship between quantity ordered and total price?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23CA8-940F-20CD-D047-6036C804D46F}"/>
              </a:ext>
            </a:extLst>
          </p:cNvPr>
          <p:cNvSpPr txBox="1"/>
          <p:nvPr/>
        </p:nvSpPr>
        <p:spPr>
          <a:xfrm>
            <a:off x="698497" y="1380065"/>
            <a:ext cx="130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15DC8-1FE5-B74E-5174-2488895D2D15}"/>
              </a:ext>
            </a:extLst>
          </p:cNvPr>
          <p:cNvSpPr txBox="1"/>
          <p:nvPr/>
        </p:nvSpPr>
        <p:spPr>
          <a:xfrm>
            <a:off x="7675033" y="1380065"/>
            <a:ext cx="1024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DA0B2C-5C1F-9F60-E6B1-4D4772A55EF1}"/>
              </a:ext>
            </a:extLst>
          </p:cNvPr>
          <p:cNvSpPr txBox="1"/>
          <p:nvPr/>
        </p:nvSpPr>
        <p:spPr>
          <a:xfrm>
            <a:off x="698497" y="4688471"/>
            <a:ext cx="153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F4CCAA-6EF1-A2D9-CB3A-61A354AA6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265" y="1749397"/>
            <a:ext cx="1722269" cy="10745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30F5DC-5948-2C27-CA5A-EB19EE32D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97" y="1749397"/>
            <a:ext cx="3269263" cy="8992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ED35417-6253-BB11-31ED-1DA673425AA6}"/>
              </a:ext>
            </a:extLst>
          </p:cNvPr>
          <p:cNvSpPr txBox="1"/>
          <p:nvPr/>
        </p:nvSpPr>
        <p:spPr>
          <a:xfrm>
            <a:off x="698497" y="5116955"/>
            <a:ext cx="8682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query analyzes how the total price changes based on the quantity of products ordered.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4874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D01F8A-2EBC-EA10-B8FC-396D0F77672B}"/>
              </a:ext>
            </a:extLst>
          </p:cNvPr>
          <p:cNvSpPr txBox="1"/>
          <p:nvPr/>
        </p:nvSpPr>
        <p:spPr>
          <a:xfrm>
            <a:off x="698497" y="1380065"/>
            <a:ext cx="130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4971CB-BF18-63EA-9BA6-718A18D15B6A}"/>
              </a:ext>
            </a:extLst>
          </p:cNvPr>
          <p:cNvSpPr txBox="1"/>
          <p:nvPr/>
        </p:nvSpPr>
        <p:spPr>
          <a:xfrm>
            <a:off x="7675033" y="1380065"/>
            <a:ext cx="1024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7B4EC0-E963-BBC9-24F2-617240D7E434}"/>
              </a:ext>
            </a:extLst>
          </p:cNvPr>
          <p:cNvSpPr txBox="1"/>
          <p:nvPr/>
        </p:nvSpPr>
        <p:spPr>
          <a:xfrm>
            <a:off x="698497" y="4688471"/>
            <a:ext cx="153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4744E6-CB67-7CA4-71E3-170A7983992C}"/>
              </a:ext>
            </a:extLst>
          </p:cNvPr>
          <p:cNvSpPr txBox="1"/>
          <p:nvPr/>
        </p:nvSpPr>
        <p:spPr>
          <a:xfrm>
            <a:off x="698497" y="558800"/>
            <a:ext cx="8504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What is the average quantity ordered per product?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9F8DF3-D20A-E510-FEC6-EE2694B66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066" y="1749397"/>
            <a:ext cx="2164268" cy="41075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4CA92A-1C1E-4129-B7B4-B71ED24EA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97" y="1860708"/>
            <a:ext cx="3673158" cy="1135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B30167-08FD-8327-2064-03873BA71854}"/>
              </a:ext>
            </a:extLst>
          </p:cNvPr>
          <p:cNvSpPr txBox="1"/>
          <p:nvPr/>
        </p:nvSpPr>
        <p:spPr>
          <a:xfrm>
            <a:off x="698497" y="5057803"/>
            <a:ext cx="5291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calculates the average number of units ordered for each product.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0512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F48E7E-EBB7-A5F7-4AE6-1514D994A2EB}"/>
              </a:ext>
            </a:extLst>
          </p:cNvPr>
          <p:cNvSpPr txBox="1"/>
          <p:nvPr/>
        </p:nvSpPr>
        <p:spPr>
          <a:xfrm>
            <a:off x="698497" y="1380065"/>
            <a:ext cx="130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0A835-7E09-BB42-C42B-F710449976B8}"/>
              </a:ext>
            </a:extLst>
          </p:cNvPr>
          <p:cNvSpPr txBox="1"/>
          <p:nvPr/>
        </p:nvSpPr>
        <p:spPr>
          <a:xfrm>
            <a:off x="7675033" y="1380065"/>
            <a:ext cx="1024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D1E337-05B9-1FBD-3B47-CF85BF2E99C8}"/>
              </a:ext>
            </a:extLst>
          </p:cNvPr>
          <p:cNvSpPr txBox="1"/>
          <p:nvPr/>
        </p:nvSpPr>
        <p:spPr>
          <a:xfrm>
            <a:off x="698497" y="4688471"/>
            <a:ext cx="153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913F2B-CBF2-4BEC-BDC5-39ED7455B71B}"/>
              </a:ext>
            </a:extLst>
          </p:cNvPr>
          <p:cNvSpPr txBox="1"/>
          <p:nvPr/>
        </p:nvSpPr>
        <p:spPr>
          <a:xfrm>
            <a:off x="698497" y="508000"/>
            <a:ext cx="7056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How does the unit price vary across products and orders?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F8409B-B652-8035-CC94-0E94FE317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772" y="1749397"/>
            <a:ext cx="3314987" cy="41303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4523DE-6225-06D8-E40E-17FE051D7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01" y="1749397"/>
            <a:ext cx="3292125" cy="16460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0824F8-7BAF-2A82-3A41-CCE1FE3E736C}"/>
              </a:ext>
            </a:extLst>
          </p:cNvPr>
          <p:cNvSpPr txBox="1"/>
          <p:nvPr/>
        </p:nvSpPr>
        <p:spPr>
          <a:xfrm>
            <a:off x="698497" y="5240866"/>
            <a:ext cx="495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query analyzes how the unit price differs for various products across different orders.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D565A7-D520-8C0B-3774-E88AB22D1676}"/>
              </a:ext>
            </a:extLst>
          </p:cNvPr>
          <p:cNvSpPr txBox="1"/>
          <p:nvPr/>
        </p:nvSpPr>
        <p:spPr>
          <a:xfrm>
            <a:off x="698497" y="6180723"/>
            <a:ext cx="5071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-This helps understand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purchasing patterns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03097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C3ECAD-5F28-2F42-1B47-755C9DDD45D2}"/>
              </a:ext>
            </a:extLst>
          </p:cNvPr>
          <p:cNvSpPr txBox="1"/>
          <p:nvPr/>
        </p:nvSpPr>
        <p:spPr>
          <a:xfrm>
            <a:off x="593558" y="297225"/>
            <a:ext cx="6112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Conclusion &amp; Key Findings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50811-700B-065A-42B5-F0FBEAB5F767}"/>
              </a:ext>
            </a:extLst>
          </p:cNvPr>
          <p:cNvSpPr txBox="1"/>
          <p:nvPr/>
        </p:nvSpPr>
        <p:spPr>
          <a:xfrm>
            <a:off x="593558" y="1010653"/>
            <a:ext cx="113417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demonstrates how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can be used to analyze business data and generate useful insights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decision-making.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 include: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Identification of top customers and best-selling products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 sales patterns and revenue trends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Evaluating supplier contributions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Measuring employee performance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7321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752ECA-CC95-4DE6-B3A0-8FA5B1903EAF}"/>
              </a:ext>
            </a:extLst>
          </p:cNvPr>
          <p:cNvSpPr txBox="1"/>
          <p:nvPr/>
        </p:nvSpPr>
        <p:spPr>
          <a:xfrm>
            <a:off x="609600" y="408420"/>
            <a:ext cx="38821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Challenges Faced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A2B8E6-A100-26D1-5EAD-FB25747E8489}"/>
              </a:ext>
            </a:extLst>
          </p:cNvPr>
          <p:cNvSpPr txBox="1"/>
          <p:nvPr/>
        </p:nvSpPr>
        <p:spPr>
          <a:xfrm>
            <a:off x="511118" y="1107351"/>
            <a:ext cx="101706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18C576C-F8BA-D7E3-7C86-245B84605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5452" y="3337121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49FE96B-9029-A30A-46A6-E26D03BA6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062724"/>
            <a:ext cx="6607899" cy="1429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Managing primary keys and foreign keys correctly.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Writing complex SQL queries using joins and aggregations.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Analyzing data from multiple tables to generate insights.</a:t>
            </a:r>
          </a:p>
        </p:txBody>
      </p:sp>
    </p:spTree>
    <p:extLst>
      <p:ext uri="{BB962C8B-B14F-4D97-AF65-F5344CB8AC3E}">
        <p14:creationId xmlns:p14="http://schemas.microsoft.com/office/powerpoint/2010/main" val="1783256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8137F0-2BA6-E75C-CBC8-1778EAF99324}"/>
              </a:ext>
            </a:extLst>
          </p:cNvPr>
          <p:cNvSpPr txBox="1"/>
          <p:nvPr/>
        </p:nvSpPr>
        <p:spPr>
          <a:xfrm>
            <a:off x="4880810" y="2593257"/>
            <a:ext cx="243037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FF0000"/>
                </a:solidFill>
              </a:rPr>
              <a:t>Q&amp;A </a:t>
            </a:r>
            <a:endParaRPr lang="en-IN" sz="5400" dirty="0">
              <a:solidFill>
                <a:srgbClr val="FF0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27261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1128</Words>
  <Application>Microsoft Office PowerPoint</Application>
  <PresentationFormat>Widescreen</PresentationFormat>
  <Paragraphs>223</Paragraphs>
  <Slides>37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Calibri</vt:lpstr>
      <vt:lpstr>Lato Black</vt:lpstr>
      <vt:lpstr>Arial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karre Anil kumar</cp:lastModifiedBy>
  <cp:revision>1</cp:revision>
  <dcterms:created xsi:type="dcterms:W3CDTF">2021-02-16T05:19:01Z</dcterms:created>
  <dcterms:modified xsi:type="dcterms:W3CDTF">2026-03-15T04:20:20Z</dcterms:modified>
</cp:coreProperties>
</file>